
<file path=[Content_Types].xml><?xml version="1.0" encoding="utf-8"?>
<Types xmlns="http://schemas.openxmlformats.org/package/2006/content-types">
  <Default ContentType="application/x-fontdata" Extension="fntdata"/>
  <Default ContentType="image/jpeg" Extension="jpe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x="18288000" cy="10287000"/>
  <p:notesSz cx="6858000" cy="9144000"/>
  <p:embeddedFontLst>
    <p:embeddedFont>
      <p:font typeface="Montserrat Ultra-Bold" charset="1" panose="00000900000000000000"/>
      <p:regular r:id="rId21"/>
    </p:embeddedFont>
    <p:embeddedFont>
      <p:font typeface="Montserrat Bold" charset="1" panose="00000800000000000000"/>
      <p:regular r:id="rId22"/>
    </p:embeddedFont>
    <p:embeddedFont>
      <p:font typeface="Montserrat" charset="1" panose="00000500000000000000"/>
      <p:regular r:id="rId23"/>
    </p:embeddedFont>
    <p:embeddedFont>
      <p:font typeface="Montserrat Medium" charset="1" panose="00000600000000000000"/>
      <p:regular r:id="rId24"/>
    </p:embeddedFont>
    <p:embeddedFont>
      <p:font typeface="Montserrat Italics" charset="1" panose="00000500000000000000"/>
      <p:regular r:id="rId25"/>
    </p:embeddedFont>
    <p:embeddedFont>
      <p:font typeface="Montserrat Ultra-Bold Italics" charset="1" panose="00000900000000000000"/>
      <p:regular r:id="rId26"/>
    </p:embeddedFont>
    <p:embeddedFont>
      <p:font typeface="Montserrat Semi-Bold Italics" charset="1" panose="00000700000000000000"/>
      <p:regular r:id="rId27"/>
    </p:embeddedFont>
    <p:embeddedFont>
      <p:font typeface="Montserrat Semi-Bold" charset="1" panose="00000700000000000000"/>
      <p:regular r:id="rId28"/>
    </p:embeddedFont>
    <p:embeddedFont>
      <p:font typeface="Montserrat Medium Italics" charset="1" panose="00000600000000000000"/>
      <p:regular r:id="rId2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27" Target="fonts/font27.fntdata" Type="http://schemas.openxmlformats.org/officeDocument/2006/relationships/font"/><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 Id="rId3" Target="../media/image3.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jpeg" Type="http://schemas.openxmlformats.org/officeDocument/2006/relationships/image"/><Relationship Id="rId3" Target="../media/image5.jpeg" Type="http://schemas.openxmlformats.org/officeDocument/2006/relationships/image"/><Relationship Id="rId4" Target="../media/image6.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8.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10.jpeg" Type="http://schemas.openxmlformats.org/officeDocument/2006/relationships/image"/><Relationship Id="rId4" Target="../media/image11.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jpeg" Type="http://schemas.openxmlformats.org/officeDocument/2006/relationships/image"/><Relationship Id="rId3" Target="../media/image14.jpeg" Type="http://schemas.openxmlformats.org/officeDocument/2006/relationships/image"/><Relationship Id="rId4" Target="../media/image15.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jpe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jpeg" Type="http://schemas.openxmlformats.org/officeDocument/2006/relationships/image"/><Relationship Id="rId3" Target="../media/image18.jpeg" Type="http://schemas.openxmlformats.org/officeDocument/2006/relationships/image"/><Relationship Id="rId4" Target="../media/image19.jpeg" Type="http://schemas.openxmlformats.org/officeDocument/2006/relationships/image"/><Relationship Id="rId5" Target="../media/image20.jpeg" Type="http://schemas.openxmlformats.org/officeDocument/2006/relationships/image"/><Relationship Id="rId6" Target="../media/image21.jpeg" Type="http://schemas.openxmlformats.org/officeDocument/2006/relationships/image"/><Relationship Id="rId7" Target="../media/image22.jpe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3.jpe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4.jpe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p:cSld>
    <p:bg>
      <p:bgPr>
        <a:solidFill>
          <a:srgbClr val="FAFAFA"/>
        </a:solidFill>
      </p:bgPr>
    </p:bg>
    <p:spTree>
      <p:nvGrpSpPr>
        <p:cNvPr id="1" name=""/>
        <p:cNvGrpSpPr/>
        <p:nvPr/>
      </p:nvGrpSpPr>
      <p:grpSpPr>
        <a:xfrm>
          <a:off x="0" y="0"/>
          <a:ext cx="0" cy="0"/>
          <a:chOff x="0" y="0"/>
          <a:chExt cx="0" cy="0"/>
        </a:xfrm>
      </p:grpSpPr>
      <p:sp>
        <p:nvSpPr>
          <p:cNvPr name="TextBox 2" id="2"/>
          <p:cNvSpPr txBox="true"/>
          <p:nvPr/>
        </p:nvSpPr>
        <p:spPr>
          <a:xfrm rot="0">
            <a:off x="1624247" y="6493710"/>
            <a:ext cx="13758809" cy="2020260"/>
          </a:xfrm>
          <a:prstGeom prst="rect">
            <a:avLst/>
          </a:prstGeom>
        </p:spPr>
        <p:txBody>
          <a:bodyPr anchor="t" rtlCol="false" tIns="0" lIns="0" bIns="0" rIns="0">
            <a:spAutoFit/>
          </a:bodyPr>
          <a:lstStyle/>
          <a:p>
            <a:pPr algn="l">
              <a:lnSpc>
                <a:spcPts val="15248"/>
              </a:lnSpc>
            </a:pPr>
            <a:r>
              <a:rPr lang="en-US" sz="15248" b="true">
                <a:solidFill>
                  <a:srgbClr val="000000"/>
                </a:solidFill>
                <a:latin typeface="Montserrat Ultra-Bold"/>
                <a:ea typeface="Montserrat Ultra-Bold"/>
                <a:cs typeface="Montserrat Ultra-Bold"/>
                <a:sym typeface="Montserrat Ultra-Bold"/>
              </a:rPr>
              <a:t>Portfolio</a:t>
            </a:r>
          </a:p>
        </p:txBody>
      </p:sp>
      <p:sp>
        <p:nvSpPr>
          <p:cNvPr name="TextBox 3" id="3"/>
          <p:cNvSpPr txBox="true"/>
          <p:nvPr/>
        </p:nvSpPr>
        <p:spPr>
          <a:xfrm rot="0">
            <a:off x="1624247" y="1643297"/>
            <a:ext cx="2262456" cy="209582"/>
          </a:xfrm>
          <a:prstGeom prst="rect">
            <a:avLst/>
          </a:prstGeom>
        </p:spPr>
        <p:txBody>
          <a:bodyPr anchor="t" rtlCol="false" tIns="0" lIns="0" bIns="0" rIns="0">
            <a:spAutoFit/>
          </a:bodyPr>
          <a:lstStyle/>
          <a:p>
            <a:pPr algn="just">
              <a:lnSpc>
                <a:spcPts val="1501"/>
              </a:lnSpc>
            </a:pPr>
            <a:r>
              <a:rPr lang="en-US" b="true" sz="1501">
                <a:solidFill>
                  <a:srgbClr val="000000"/>
                </a:solidFill>
                <a:latin typeface="Montserrat Ultra-Bold"/>
                <a:ea typeface="Montserrat Ultra-Bold"/>
                <a:cs typeface="Montserrat Ultra-Bold"/>
                <a:sym typeface="Montserrat Ultra-Bold"/>
              </a:rPr>
              <a:t>ESTUDIO BORCELLE</a:t>
            </a:r>
          </a:p>
        </p:txBody>
      </p:sp>
      <p:sp>
        <p:nvSpPr>
          <p:cNvPr name="TextBox 4" id="4"/>
          <p:cNvSpPr txBox="true"/>
          <p:nvPr/>
        </p:nvSpPr>
        <p:spPr>
          <a:xfrm rot="0">
            <a:off x="12911264" y="1689135"/>
            <a:ext cx="3752489" cy="209582"/>
          </a:xfrm>
          <a:prstGeom prst="rect">
            <a:avLst/>
          </a:prstGeom>
        </p:spPr>
        <p:txBody>
          <a:bodyPr anchor="t" rtlCol="false" tIns="0" lIns="0" bIns="0" rIns="0">
            <a:spAutoFit/>
          </a:bodyPr>
          <a:lstStyle/>
          <a:p>
            <a:pPr algn="r">
              <a:lnSpc>
                <a:spcPts val="1501"/>
              </a:lnSpc>
            </a:pPr>
            <a:r>
              <a:rPr lang="en-US" b="true" sz="1501">
                <a:solidFill>
                  <a:srgbClr val="000000"/>
                </a:solidFill>
                <a:latin typeface="Montserrat Bold"/>
                <a:ea typeface="Montserrat Bold"/>
                <a:cs typeface="Montserrat Bold"/>
                <a:sym typeface="Montserrat Bold"/>
              </a:rPr>
              <a:t>CONTACTO</a:t>
            </a:r>
          </a:p>
        </p:txBody>
      </p:sp>
      <p:sp>
        <p:nvSpPr>
          <p:cNvPr name="TextBox 5" id="5"/>
          <p:cNvSpPr txBox="true"/>
          <p:nvPr/>
        </p:nvSpPr>
        <p:spPr>
          <a:xfrm rot="0">
            <a:off x="14125713" y="2411589"/>
            <a:ext cx="2538040" cy="178032"/>
          </a:xfrm>
          <a:prstGeom prst="rect">
            <a:avLst/>
          </a:prstGeom>
        </p:spPr>
        <p:txBody>
          <a:bodyPr anchor="t" rtlCol="false" tIns="0" lIns="0" bIns="0" rIns="0">
            <a:spAutoFit/>
          </a:bodyPr>
          <a:lstStyle/>
          <a:p>
            <a:pPr algn="r">
              <a:lnSpc>
                <a:spcPts val="1384"/>
              </a:lnSpc>
            </a:pPr>
            <a:r>
              <a:rPr lang="en-US" sz="1384">
                <a:solidFill>
                  <a:srgbClr val="000000"/>
                </a:solidFill>
                <a:latin typeface="Montserrat"/>
                <a:ea typeface="Montserrat"/>
                <a:cs typeface="Montserrat"/>
                <a:sym typeface="Montserrat"/>
              </a:rPr>
              <a:t>www.sitioincreible.com</a:t>
            </a:r>
          </a:p>
        </p:txBody>
      </p:sp>
      <p:sp>
        <p:nvSpPr>
          <p:cNvPr name="TextBox 6" id="6"/>
          <p:cNvSpPr txBox="true"/>
          <p:nvPr/>
        </p:nvSpPr>
        <p:spPr>
          <a:xfrm rot="0">
            <a:off x="14125713" y="2083317"/>
            <a:ext cx="2538040" cy="178032"/>
          </a:xfrm>
          <a:prstGeom prst="rect">
            <a:avLst/>
          </a:prstGeom>
        </p:spPr>
        <p:txBody>
          <a:bodyPr anchor="t" rtlCol="false" tIns="0" lIns="0" bIns="0" rIns="0">
            <a:spAutoFit/>
          </a:bodyPr>
          <a:lstStyle/>
          <a:p>
            <a:pPr algn="r">
              <a:lnSpc>
                <a:spcPts val="1384"/>
              </a:lnSpc>
            </a:pPr>
            <a:r>
              <a:rPr lang="en-US" sz="1384">
                <a:solidFill>
                  <a:srgbClr val="000000"/>
                </a:solidFill>
                <a:latin typeface="Montserrat"/>
                <a:ea typeface="Montserrat"/>
                <a:cs typeface="Montserrat"/>
                <a:sym typeface="Montserrat"/>
              </a:rPr>
              <a:t>(55) 1234-5678</a:t>
            </a:r>
          </a:p>
        </p:txBody>
      </p:sp>
      <p:sp>
        <p:nvSpPr>
          <p:cNvPr name="TextBox 7" id="7"/>
          <p:cNvSpPr txBox="true"/>
          <p:nvPr/>
        </p:nvSpPr>
        <p:spPr>
          <a:xfrm rot="0">
            <a:off x="1624247" y="8351134"/>
            <a:ext cx="13758809" cy="311619"/>
          </a:xfrm>
          <a:prstGeom prst="rect">
            <a:avLst/>
          </a:prstGeom>
        </p:spPr>
        <p:txBody>
          <a:bodyPr anchor="t" rtlCol="false" tIns="0" lIns="0" bIns="0" rIns="0">
            <a:spAutoFit/>
          </a:bodyPr>
          <a:lstStyle/>
          <a:p>
            <a:pPr algn="l">
              <a:lnSpc>
                <a:spcPts val="2334"/>
              </a:lnSpc>
            </a:pPr>
            <a:r>
              <a:rPr lang="en-US" b="true" sz="2334" spc="1080">
                <a:solidFill>
                  <a:srgbClr val="000000"/>
                </a:solidFill>
                <a:latin typeface="Montserrat Medium"/>
                <a:ea typeface="Montserrat Medium"/>
                <a:cs typeface="Montserrat Medium"/>
                <a:sym typeface="Montserrat Medium"/>
              </a:rPr>
              <a:t>FOTOGRAFÍA CON ESTILO PROPIO</a:t>
            </a:r>
          </a:p>
        </p:txBody>
      </p:sp>
      <p:sp>
        <p:nvSpPr>
          <p:cNvPr name="AutoShape 8" id="8"/>
          <p:cNvSpPr/>
          <p:nvPr/>
        </p:nvSpPr>
        <p:spPr>
          <a:xfrm flipV="true">
            <a:off x="1624247" y="6198435"/>
            <a:ext cx="1555561" cy="0"/>
          </a:xfrm>
          <a:prstGeom prst="line">
            <a:avLst/>
          </a:prstGeom>
          <a:ln cap="flat" w="85725">
            <a:solidFill>
              <a:srgbClr val="000000"/>
            </a:solidFill>
            <a:prstDash val="solid"/>
            <a:headEnd type="none" len="sm" w="sm"/>
            <a:tailEnd type="none" len="sm" w="sm"/>
          </a:ln>
        </p:spPr>
      </p:sp>
    </p:spTree>
  </p:cSld>
  <p:clrMapOvr>
    <a:masterClrMapping/>
  </p:clrMapOvr>
</p:sld>
</file>

<file path=ppt/slides/slide2.xml><?xml version="1.0" encoding="utf-8"?>
<p:sld xmlns:p="http://schemas.openxmlformats.org/presentationml/2006/main" xmlns:a="http://schemas.openxmlformats.org/drawingml/2006/main">
  <p:cSld>
    <p:bg>
      <p:bgPr>
        <a:solidFill>
          <a:srgbClr val="FAFAFA"/>
        </a:solidFill>
      </p:bgPr>
    </p:bg>
    <p:spTree>
      <p:nvGrpSpPr>
        <p:cNvPr id="1" name=""/>
        <p:cNvGrpSpPr/>
        <p:nvPr/>
      </p:nvGrpSpPr>
      <p:grpSpPr>
        <a:xfrm>
          <a:off x="0" y="0"/>
          <a:ext cx="0" cy="0"/>
          <a:chOff x="0" y="0"/>
          <a:chExt cx="0" cy="0"/>
        </a:xfrm>
      </p:grpSpPr>
      <p:sp>
        <p:nvSpPr>
          <p:cNvPr name="AutoShape 2" id="2"/>
          <p:cNvSpPr/>
          <p:nvPr/>
        </p:nvSpPr>
        <p:spPr>
          <a:xfrm flipV="true">
            <a:off x="9144000" y="7237456"/>
            <a:ext cx="1555561" cy="0"/>
          </a:xfrm>
          <a:prstGeom prst="line">
            <a:avLst/>
          </a:prstGeom>
          <a:ln cap="flat" w="28575">
            <a:solidFill>
              <a:srgbClr val="000000"/>
            </a:solidFill>
            <a:prstDash val="solid"/>
            <a:headEnd type="none" len="sm" w="sm"/>
            <a:tailEnd type="none" len="sm" w="sm"/>
          </a:ln>
        </p:spPr>
      </p:sp>
      <p:sp>
        <p:nvSpPr>
          <p:cNvPr name="TextBox 3" id="3"/>
          <p:cNvSpPr txBox="true"/>
          <p:nvPr/>
        </p:nvSpPr>
        <p:spPr>
          <a:xfrm rot="0">
            <a:off x="9144000" y="7528516"/>
            <a:ext cx="7519753" cy="1134237"/>
          </a:xfrm>
          <a:prstGeom prst="rect">
            <a:avLst/>
          </a:prstGeom>
        </p:spPr>
        <p:txBody>
          <a:bodyPr anchor="t" rtlCol="false" tIns="0" lIns="0" bIns="0" rIns="0">
            <a:spAutoFit/>
          </a:bodyPr>
          <a:lstStyle/>
          <a:p>
            <a:pPr algn="l">
              <a:lnSpc>
                <a:spcPts val="3024"/>
              </a:lnSpc>
            </a:pPr>
            <a:r>
              <a:rPr lang="en-US" sz="2400" spc="98">
                <a:solidFill>
                  <a:srgbClr val="000000"/>
                </a:solidFill>
                <a:latin typeface="Montserrat"/>
                <a:ea typeface="Montserrat"/>
                <a:cs typeface="Montserrat"/>
                <a:sym typeface="Montserrat"/>
              </a:rPr>
              <a:t>Bienvenido a mi portfolio, donde encontrarás una selección de proyectos que reflejan mi estilo, capacidades y enfoque profesional</a:t>
            </a:r>
          </a:p>
        </p:txBody>
      </p:sp>
      <p:sp>
        <p:nvSpPr>
          <p:cNvPr name="TextBox 4" id="4"/>
          <p:cNvSpPr txBox="true"/>
          <p:nvPr/>
        </p:nvSpPr>
        <p:spPr>
          <a:xfrm rot="0">
            <a:off x="1624247" y="1351933"/>
            <a:ext cx="3137258" cy="268031"/>
          </a:xfrm>
          <a:prstGeom prst="rect">
            <a:avLst/>
          </a:prstGeom>
        </p:spPr>
        <p:txBody>
          <a:bodyPr anchor="t" rtlCol="false" tIns="0" lIns="0" bIns="0" rIns="0">
            <a:spAutoFit/>
          </a:bodyPr>
          <a:lstStyle/>
          <a:p>
            <a:pPr algn="l">
              <a:lnSpc>
                <a:spcPts val="2155"/>
              </a:lnSpc>
            </a:pPr>
            <a:r>
              <a:rPr lang="en-US" sz="1710" spc="70">
                <a:solidFill>
                  <a:srgbClr val="000000"/>
                </a:solidFill>
                <a:latin typeface="Montserrat"/>
                <a:ea typeface="Montserrat"/>
                <a:cs typeface="Montserrat"/>
                <a:sym typeface="Montserrat"/>
              </a:rPr>
              <a:t>2 | ESTUDIO BORCELLE</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AFAFA"/>
        </a:solidFill>
      </p:bgPr>
    </p:bg>
    <p:spTree>
      <p:nvGrpSpPr>
        <p:cNvPr id="1" name=""/>
        <p:cNvGrpSpPr/>
        <p:nvPr/>
      </p:nvGrpSpPr>
      <p:grpSpPr>
        <a:xfrm>
          <a:off x="0" y="0"/>
          <a:ext cx="0" cy="0"/>
          <a:chOff x="0" y="0"/>
          <a:chExt cx="0" cy="0"/>
        </a:xfrm>
      </p:grpSpPr>
      <p:sp>
        <p:nvSpPr>
          <p:cNvPr name="TextBox 2" id="2"/>
          <p:cNvSpPr txBox="true"/>
          <p:nvPr/>
        </p:nvSpPr>
        <p:spPr>
          <a:xfrm rot="0">
            <a:off x="1624247" y="1351933"/>
            <a:ext cx="3137258" cy="268031"/>
          </a:xfrm>
          <a:prstGeom prst="rect">
            <a:avLst/>
          </a:prstGeom>
        </p:spPr>
        <p:txBody>
          <a:bodyPr anchor="t" rtlCol="false" tIns="0" lIns="0" bIns="0" rIns="0">
            <a:spAutoFit/>
          </a:bodyPr>
          <a:lstStyle/>
          <a:p>
            <a:pPr algn="l">
              <a:lnSpc>
                <a:spcPts val="2155"/>
              </a:lnSpc>
            </a:pPr>
            <a:r>
              <a:rPr lang="en-US" sz="1710" spc="70">
                <a:solidFill>
                  <a:srgbClr val="000000"/>
                </a:solidFill>
                <a:latin typeface="Montserrat"/>
                <a:ea typeface="Montserrat"/>
                <a:cs typeface="Montserrat"/>
                <a:sym typeface="Montserrat"/>
              </a:rPr>
              <a:t>3 | ESTUDIO BORCELLE</a:t>
            </a:r>
          </a:p>
        </p:txBody>
      </p:sp>
      <p:sp>
        <p:nvSpPr>
          <p:cNvPr name="TextBox 3" id="3"/>
          <p:cNvSpPr txBox="true"/>
          <p:nvPr/>
        </p:nvSpPr>
        <p:spPr>
          <a:xfrm rot="0">
            <a:off x="1624247" y="6766516"/>
            <a:ext cx="7519753" cy="1896237"/>
          </a:xfrm>
          <a:prstGeom prst="rect">
            <a:avLst/>
          </a:prstGeom>
        </p:spPr>
        <p:txBody>
          <a:bodyPr anchor="t" rtlCol="false" tIns="0" lIns="0" bIns="0" rIns="0">
            <a:spAutoFit/>
          </a:bodyPr>
          <a:lstStyle/>
          <a:p>
            <a:pPr algn="l">
              <a:lnSpc>
                <a:spcPts val="3024"/>
              </a:lnSpc>
            </a:pPr>
            <a:r>
              <a:rPr lang="en-US" sz="2400" spc="98">
                <a:solidFill>
                  <a:srgbClr val="000000"/>
                </a:solidFill>
                <a:latin typeface="Montserrat"/>
                <a:ea typeface="Montserrat"/>
                <a:cs typeface="Montserrat"/>
                <a:sym typeface="Montserrat"/>
              </a:rPr>
              <a:t>Soy u</a:t>
            </a:r>
            <a:r>
              <a:rPr lang="en-US" sz="2400" spc="98">
                <a:solidFill>
                  <a:srgbClr val="000000"/>
                </a:solidFill>
                <a:latin typeface="Montserrat"/>
                <a:ea typeface="Montserrat"/>
                <a:cs typeface="Montserrat"/>
                <a:sym typeface="Montserrat"/>
              </a:rPr>
              <a:t>n profesional apasionado por la creatividad y la innovación. Con experiencia en múltiples disciplinas, me gusta combinar técnica y estética para generar soluciones únicas y efectivas</a:t>
            </a:r>
          </a:p>
        </p:txBody>
      </p:sp>
      <p:sp>
        <p:nvSpPr>
          <p:cNvPr name="TextBox 4" id="4"/>
          <p:cNvSpPr txBox="true"/>
          <p:nvPr/>
        </p:nvSpPr>
        <p:spPr>
          <a:xfrm rot="0">
            <a:off x="1624247" y="5741599"/>
            <a:ext cx="5850357" cy="779215"/>
          </a:xfrm>
          <a:prstGeom prst="rect">
            <a:avLst/>
          </a:prstGeom>
        </p:spPr>
        <p:txBody>
          <a:bodyPr anchor="t" rtlCol="false" tIns="0" lIns="0" bIns="0" rIns="0">
            <a:spAutoFit/>
          </a:bodyPr>
          <a:lstStyle/>
          <a:p>
            <a:pPr algn="l">
              <a:lnSpc>
                <a:spcPts val="5806"/>
              </a:lnSpc>
            </a:pPr>
            <a:r>
              <a:rPr lang="en-US" sz="5806" b="true">
                <a:solidFill>
                  <a:srgbClr val="000000"/>
                </a:solidFill>
                <a:latin typeface="Montserrat Ultra-Bold"/>
                <a:ea typeface="Montserrat Ultra-Bold"/>
                <a:cs typeface="Montserrat Ultra-Bold"/>
                <a:sym typeface="Montserrat Ultra-Bold"/>
              </a:rPr>
              <a:t>Sobre mí</a:t>
            </a:r>
          </a:p>
        </p:txBody>
      </p:sp>
      <p:grpSp>
        <p:nvGrpSpPr>
          <p:cNvPr name="Group 5" id="5"/>
          <p:cNvGrpSpPr/>
          <p:nvPr/>
        </p:nvGrpSpPr>
        <p:grpSpPr>
          <a:xfrm rot="0">
            <a:off x="10537584" y="1619965"/>
            <a:ext cx="6126170" cy="7042789"/>
            <a:chOff x="0" y="0"/>
            <a:chExt cx="949104" cy="1091112"/>
          </a:xfrm>
        </p:grpSpPr>
        <p:sp>
          <p:nvSpPr>
            <p:cNvPr name="Freeform 6" id="6"/>
            <p:cNvSpPr/>
            <p:nvPr/>
          </p:nvSpPr>
          <p:spPr>
            <a:xfrm flipH="false" flipV="false" rot="0">
              <a:off x="0" y="0"/>
              <a:ext cx="949104" cy="1091112"/>
            </a:xfrm>
            <a:custGeom>
              <a:avLst/>
              <a:gdLst/>
              <a:ahLst/>
              <a:cxnLst/>
              <a:rect r="r" b="b" t="t" l="l"/>
              <a:pathLst>
                <a:path h="1091112" w="949104">
                  <a:moveTo>
                    <a:pt x="0" y="0"/>
                  </a:moveTo>
                  <a:lnTo>
                    <a:pt x="949104" y="0"/>
                  </a:lnTo>
                  <a:lnTo>
                    <a:pt x="949104" y="1091112"/>
                  </a:lnTo>
                  <a:lnTo>
                    <a:pt x="0" y="1091112"/>
                  </a:lnTo>
                  <a:close/>
                </a:path>
              </a:pathLst>
            </a:custGeom>
            <a:blipFill>
              <a:blip r:embed="rId2"/>
              <a:stretch>
                <a:fillRect l="-7505" t="0" r="-7505" b="0"/>
              </a:stretch>
            </a:blipFill>
          </p:spPr>
        </p:sp>
      </p:grpSp>
    </p:spTree>
  </p:cSld>
  <p:clrMapOvr>
    <a:masterClrMapping/>
  </p:clrMapOvr>
</p:sld>
</file>

<file path=ppt/slides/slide4.xml><?xml version="1.0" encoding="utf-8"?>
<p:sld xmlns:p="http://schemas.openxmlformats.org/presentationml/2006/main" xmlns:a="http://schemas.openxmlformats.org/drawingml/2006/main">
  <p:cSld>
    <p:bg>
      <p:bgPr>
        <a:solidFill>
          <a:srgbClr val="FAFAFA"/>
        </a:solidFill>
      </p:bgPr>
    </p:bg>
    <p:spTree>
      <p:nvGrpSpPr>
        <p:cNvPr id="1" name=""/>
        <p:cNvGrpSpPr/>
        <p:nvPr/>
      </p:nvGrpSpPr>
      <p:grpSpPr>
        <a:xfrm>
          <a:off x="0" y="0"/>
          <a:ext cx="0" cy="0"/>
          <a:chOff x="0" y="0"/>
          <a:chExt cx="0" cy="0"/>
        </a:xfrm>
      </p:grpSpPr>
      <p:sp>
        <p:nvSpPr>
          <p:cNvPr name="TextBox 2" id="2"/>
          <p:cNvSpPr txBox="true"/>
          <p:nvPr/>
        </p:nvSpPr>
        <p:spPr>
          <a:xfrm rot="0">
            <a:off x="1624247" y="1351933"/>
            <a:ext cx="3137258" cy="268031"/>
          </a:xfrm>
          <a:prstGeom prst="rect">
            <a:avLst/>
          </a:prstGeom>
        </p:spPr>
        <p:txBody>
          <a:bodyPr anchor="t" rtlCol="false" tIns="0" lIns="0" bIns="0" rIns="0">
            <a:spAutoFit/>
          </a:bodyPr>
          <a:lstStyle/>
          <a:p>
            <a:pPr algn="l">
              <a:lnSpc>
                <a:spcPts val="2155"/>
              </a:lnSpc>
            </a:pPr>
            <a:r>
              <a:rPr lang="en-US" sz="1710" spc="70">
                <a:solidFill>
                  <a:srgbClr val="000000"/>
                </a:solidFill>
                <a:latin typeface="Montserrat"/>
                <a:ea typeface="Montserrat"/>
                <a:cs typeface="Montserrat"/>
                <a:sym typeface="Montserrat"/>
              </a:rPr>
              <a:t>4 | ESTUDIO BORCELLE</a:t>
            </a:r>
          </a:p>
        </p:txBody>
      </p:sp>
      <p:sp>
        <p:nvSpPr>
          <p:cNvPr name="TextBox 3" id="3"/>
          <p:cNvSpPr txBox="true"/>
          <p:nvPr/>
        </p:nvSpPr>
        <p:spPr>
          <a:xfrm rot="0">
            <a:off x="9144000" y="6258426"/>
            <a:ext cx="7519753" cy="1134237"/>
          </a:xfrm>
          <a:prstGeom prst="rect">
            <a:avLst/>
          </a:prstGeom>
        </p:spPr>
        <p:txBody>
          <a:bodyPr anchor="t" rtlCol="false" tIns="0" lIns="0" bIns="0" rIns="0">
            <a:spAutoFit/>
          </a:bodyPr>
          <a:lstStyle/>
          <a:p>
            <a:pPr algn="l">
              <a:lnSpc>
                <a:spcPts val="3024"/>
              </a:lnSpc>
            </a:pPr>
            <a:r>
              <a:rPr lang="en-US" sz="2400" spc="98">
                <a:solidFill>
                  <a:srgbClr val="000000"/>
                </a:solidFill>
                <a:latin typeface="Montserrat"/>
                <a:ea typeface="Montserrat"/>
                <a:cs typeface="Montserrat"/>
                <a:sym typeface="Montserrat"/>
              </a:rPr>
              <a:t>Mi e</a:t>
            </a:r>
            <a:r>
              <a:rPr lang="en-US" sz="2400" spc="98">
                <a:solidFill>
                  <a:srgbClr val="000000"/>
                </a:solidFill>
                <a:latin typeface="Montserrat"/>
                <a:ea typeface="Montserrat"/>
                <a:cs typeface="Montserrat"/>
                <a:sym typeface="Montserrat"/>
              </a:rPr>
              <a:t>nfoque se basa en escuchar al cliente, comprender objetivos y transformar ideas en resultados concretos. Prioridad:</a:t>
            </a:r>
          </a:p>
        </p:txBody>
      </p:sp>
      <p:sp>
        <p:nvSpPr>
          <p:cNvPr name="TextBox 4" id="4"/>
          <p:cNvSpPr txBox="true"/>
          <p:nvPr/>
        </p:nvSpPr>
        <p:spPr>
          <a:xfrm rot="0">
            <a:off x="9144000" y="7528516"/>
            <a:ext cx="7519753" cy="1134237"/>
          </a:xfrm>
          <a:prstGeom prst="rect">
            <a:avLst/>
          </a:prstGeom>
        </p:spPr>
        <p:txBody>
          <a:bodyPr anchor="t" rtlCol="false" tIns="0" lIns="0" bIns="0" rIns="0">
            <a:spAutoFit/>
          </a:bodyPr>
          <a:lstStyle/>
          <a:p>
            <a:pPr algn="l" marL="518160" indent="-259080" lvl="1">
              <a:lnSpc>
                <a:spcPts val="3024"/>
              </a:lnSpc>
              <a:buFont typeface="Arial"/>
              <a:buChar char="•"/>
            </a:pPr>
            <a:r>
              <a:rPr lang="en-US" sz="2400" i="true" spc="98">
                <a:solidFill>
                  <a:srgbClr val="000000"/>
                </a:solidFill>
                <a:latin typeface="Montserrat Italics"/>
                <a:ea typeface="Montserrat Italics"/>
                <a:cs typeface="Montserrat Italics"/>
                <a:sym typeface="Montserrat Italics"/>
              </a:rPr>
              <a:t>calidad</a:t>
            </a:r>
          </a:p>
          <a:p>
            <a:pPr algn="l" marL="518160" indent="-259080" lvl="1">
              <a:lnSpc>
                <a:spcPts val="3024"/>
              </a:lnSpc>
              <a:buFont typeface="Arial"/>
              <a:buChar char="•"/>
            </a:pPr>
            <a:r>
              <a:rPr lang="en-US" sz="2400" i="true" spc="98">
                <a:solidFill>
                  <a:srgbClr val="000000"/>
                </a:solidFill>
                <a:latin typeface="Montserrat Italics"/>
                <a:ea typeface="Montserrat Italics"/>
                <a:cs typeface="Montserrat Italics"/>
                <a:sym typeface="Montserrat Italics"/>
              </a:rPr>
              <a:t>eficiencia </a:t>
            </a:r>
          </a:p>
          <a:p>
            <a:pPr algn="l" marL="518160" indent="-259080" lvl="1">
              <a:lnSpc>
                <a:spcPts val="3024"/>
              </a:lnSpc>
              <a:buFont typeface="Arial"/>
              <a:buChar char="•"/>
            </a:pPr>
            <a:r>
              <a:rPr lang="en-US" sz="2400" i="true" spc="98">
                <a:solidFill>
                  <a:srgbClr val="000000"/>
                </a:solidFill>
                <a:latin typeface="Montserrat Italics"/>
                <a:ea typeface="Montserrat Italics"/>
                <a:cs typeface="Montserrat Italics"/>
                <a:sym typeface="Montserrat Italics"/>
              </a:rPr>
              <a:t>originalidad </a:t>
            </a:r>
          </a:p>
        </p:txBody>
      </p:sp>
      <p:sp>
        <p:nvSpPr>
          <p:cNvPr name="TextBox 5" id="5"/>
          <p:cNvSpPr txBox="true"/>
          <p:nvPr/>
        </p:nvSpPr>
        <p:spPr>
          <a:xfrm rot="0">
            <a:off x="9144000" y="5212131"/>
            <a:ext cx="7036528" cy="776786"/>
          </a:xfrm>
          <a:prstGeom prst="rect">
            <a:avLst/>
          </a:prstGeom>
        </p:spPr>
        <p:txBody>
          <a:bodyPr anchor="t" rtlCol="false" tIns="0" lIns="0" bIns="0" rIns="0">
            <a:spAutoFit/>
          </a:bodyPr>
          <a:lstStyle/>
          <a:p>
            <a:pPr algn="l" marL="0" indent="0" lvl="0">
              <a:lnSpc>
                <a:spcPts val="5806"/>
              </a:lnSpc>
              <a:spcBef>
                <a:spcPct val="0"/>
              </a:spcBef>
            </a:pPr>
            <a:r>
              <a:rPr lang="en-US" b="true" sz="5806" strike="noStrike" u="none">
                <a:solidFill>
                  <a:srgbClr val="000000"/>
                </a:solidFill>
                <a:latin typeface="Montserrat Ultra-Bold"/>
                <a:ea typeface="Montserrat Ultra-Bold"/>
                <a:cs typeface="Montserrat Ultra-Bold"/>
                <a:sym typeface="Montserrat Ultra-Bold"/>
              </a:rPr>
              <a:t>Filosofía</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AFAFA"/>
        </a:solidFill>
      </p:bgPr>
    </p:bg>
    <p:spTree>
      <p:nvGrpSpPr>
        <p:cNvPr id="1" name=""/>
        <p:cNvGrpSpPr/>
        <p:nvPr/>
      </p:nvGrpSpPr>
      <p:grpSpPr>
        <a:xfrm>
          <a:off x="0" y="0"/>
          <a:ext cx="0" cy="0"/>
          <a:chOff x="0" y="0"/>
          <a:chExt cx="0" cy="0"/>
        </a:xfrm>
      </p:grpSpPr>
      <p:grpSp>
        <p:nvGrpSpPr>
          <p:cNvPr name="Group 2" id="2"/>
          <p:cNvGrpSpPr/>
          <p:nvPr/>
        </p:nvGrpSpPr>
        <p:grpSpPr>
          <a:xfrm rot="0">
            <a:off x="1624247" y="1619965"/>
            <a:ext cx="6884573" cy="3373665"/>
            <a:chOff x="0" y="0"/>
            <a:chExt cx="1066601" cy="522669"/>
          </a:xfrm>
        </p:grpSpPr>
        <p:sp>
          <p:nvSpPr>
            <p:cNvPr name="Freeform 3" id="3"/>
            <p:cNvSpPr/>
            <p:nvPr/>
          </p:nvSpPr>
          <p:spPr>
            <a:xfrm flipH="false" flipV="false" rot="0">
              <a:off x="0" y="0"/>
              <a:ext cx="1066601" cy="522669"/>
            </a:xfrm>
            <a:custGeom>
              <a:avLst/>
              <a:gdLst/>
              <a:ahLst/>
              <a:cxnLst/>
              <a:rect r="r" b="b" t="t" l="l"/>
              <a:pathLst>
                <a:path h="522669" w="1066601">
                  <a:moveTo>
                    <a:pt x="0" y="0"/>
                  </a:moveTo>
                  <a:lnTo>
                    <a:pt x="1066601" y="0"/>
                  </a:lnTo>
                  <a:lnTo>
                    <a:pt x="1066601" y="522669"/>
                  </a:lnTo>
                  <a:lnTo>
                    <a:pt x="0" y="522669"/>
                  </a:lnTo>
                  <a:close/>
                </a:path>
              </a:pathLst>
            </a:custGeom>
            <a:blipFill>
              <a:blip r:embed="rId2"/>
              <a:stretch>
                <a:fillRect l="0" t="-103051" r="0" b="-103051"/>
              </a:stretch>
            </a:blipFill>
          </p:spPr>
        </p:sp>
      </p:grpSp>
      <p:grpSp>
        <p:nvGrpSpPr>
          <p:cNvPr name="Group 4" id="4"/>
          <p:cNvGrpSpPr/>
          <p:nvPr/>
        </p:nvGrpSpPr>
        <p:grpSpPr>
          <a:xfrm rot="0">
            <a:off x="1624247" y="5289088"/>
            <a:ext cx="6884573" cy="3373665"/>
            <a:chOff x="0" y="0"/>
            <a:chExt cx="1066601" cy="522669"/>
          </a:xfrm>
        </p:grpSpPr>
        <p:sp>
          <p:nvSpPr>
            <p:cNvPr name="Freeform 5" id="5"/>
            <p:cNvSpPr/>
            <p:nvPr/>
          </p:nvSpPr>
          <p:spPr>
            <a:xfrm flipH="false" flipV="false" rot="5400000">
              <a:off x="271966" y="-271966"/>
              <a:ext cx="522669" cy="1066601"/>
            </a:xfrm>
            <a:custGeom>
              <a:avLst/>
              <a:gdLst/>
              <a:ahLst/>
              <a:cxnLst/>
              <a:rect r="r" b="b" t="t" l="l"/>
              <a:pathLst>
                <a:path h="1066601" w="522669">
                  <a:moveTo>
                    <a:pt x="0" y="1066601"/>
                  </a:moveTo>
                  <a:lnTo>
                    <a:pt x="0" y="0"/>
                  </a:lnTo>
                  <a:lnTo>
                    <a:pt x="522669" y="0"/>
                  </a:lnTo>
                  <a:lnTo>
                    <a:pt x="522669" y="1066601"/>
                  </a:lnTo>
                  <a:close/>
                </a:path>
              </a:pathLst>
            </a:custGeom>
            <a:blipFill>
              <a:blip r:embed="rId3"/>
              <a:stretch>
                <a:fillRect l="-18022" t="0" r="-18022" b="0"/>
              </a:stretch>
            </a:blipFill>
          </p:spPr>
        </p:sp>
      </p:grpSp>
      <p:sp>
        <p:nvSpPr>
          <p:cNvPr name="TextBox 6" id="6"/>
          <p:cNvSpPr txBox="true"/>
          <p:nvPr/>
        </p:nvSpPr>
        <p:spPr>
          <a:xfrm rot="0">
            <a:off x="9144000" y="4267795"/>
            <a:ext cx="7519753" cy="3801237"/>
          </a:xfrm>
          <a:prstGeom prst="rect">
            <a:avLst/>
          </a:prstGeom>
        </p:spPr>
        <p:txBody>
          <a:bodyPr anchor="t" rtlCol="false" tIns="0" lIns="0" bIns="0" rIns="0">
            <a:spAutoFit/>
          </a:bodyPr>
          <a:lstStyle/>
          <a:p>
            <a:pPr algn="l">
              <a:lnSpc>
                <a:spcPts val="3024"/>
              </a:lnSpc>
            </a:pPr>
            <a:r>
              <a:rPr lang="en-US" sz="2400" spc="98">
                <a:solidFill>
                  <a:srgbClr val="000000"/>
                </a:solidFill>
                <a:latin typeface="Montserrat"/>
                <a:ea typeface="Montserrat"/>
                <a:cs typeface="Montserrat"/>
                <a:sym typeface="Montserrat"/>
              </a:rPr>
              <a:t>Lorem ipsum dol</a:t>
            </a:r>
            <a:r>
              <a:rPr lang="en-US" sz="2400" spc="98">
                <a:solidFill>
                  <a:srgbClr val="000000"/>
                </a:solidFill>
                <a:latin typeface="Montserrat"/>
                <a:ea typeface="Montserrat"/>
                <a:cs typeface="Montserrat"/>
                <a:sym typeface="Montserrat"/>
              </a:rPr>
              <a:t>or sit amet, consectetur adipiscing elit. Maecenas bibendum ornare lobortis. Sed et tortor eu neque iaculis pharetra vel ut ex. Nullam dignissim arcu id purus commodo, quis pulvinar nisl consequat. Aliquam aliquam mi justo, eu dignissim justo dapibus sed. Duis varius felis quis velit efficitur, sit amet tempus nunc fermentum. Cras at neque enim. In id semper erat. </a:t>
            </a:r>
          </a:p>
        </p:txBody>
      </p:sp>
      <p:sp>
        <p:nvSpPr>
          <p:cNvPr name="TextBox 7" id="7"/>
          <p:cNvSpPr txBox="true"/>
          <p:nvPr/>
        </p:nvSpPr>
        <p:spPr>
          <a:xfrm rot="0">
            <a:off x="9144000" y="3190592"/>
            <a:ext cx="7036528" cy="414827"/>
          </a:xfrm>
          <a:prstGeom prst="rect">
            <a:avLst/>
          </a:prstGeom>
        </p:spPr>
        <p:txBody>
          <a:bodyPr anchor="t" rtlCol="false" tIns="0" lIns="0" bIns="0" rIns="0">
            <a:spAutoFit/>
          </a:bodyPr>
          <a:lstStyle/>
          <a:p>
            <a:pPr algn="l" marL="0" indent="0" lvl="0">
              <a:lnSpc>
                <a:spcPts val="3206"/>
              </a:lnSpc>
              <a:spcBef>
                <a:spcPct val="0"/>
              </a:spcBef>
            </a:pPr>
            <a:r>
              <a:rPr lang="en-US" b="true" sz="3206" i="true">
                <a:solidFill>
                  <a:srgbClr val="000000"/>
                </a:solidFill>
                <a:latin typeface="Montserrat Ultra-Bold Italics"/>
                <a:ea typeface="Montserrat Ultra-Bold Italics"/>
                <a:cs typeface="Montserrat Ultra-Bold Italics"/>
                <a:sym typeface="Montserrat Ultra-Bold Italics"/>
              </a:rPr>
              <a:t>PROYECTO 1</a:t>
            </a:r>
          </a:p>
        </p:txBody>
      </p:sp>
      <p:sp>
        <p:nvSpPr>
          <p:cNvPr name="TextBox 8" id="8"/>
          <p:cNvSpPr txBox="true"/>
          <p:nvPr/>
        </p:nvSpPr>
        <p:spPr>
          <a:xfrm rot="0">
            <a:off x="9144000" y="3719158"/>
            <a:ext cx="6388786" cy="330200"/>
          </a:xfrm>
          <a:prstGeom prst="rect">
            <a:avLst/>
          </a:prstGeom>
        </p:spPr>
        <p:txBody>
          <a:bodyPr anchor="t" rtlCol="false" tIns="0" lIns="0" bIns="0" rIns="0">
            <a:spAutoFit/>
          </a:bodyPr>
          <a:lstStyle/>
          <a:p>
            <a:pPr algn="l" marL="0" indent="0" lvl="0">
              <a:lnSpc>
                <a:spcPts val="2500"/>
              </a:lnSpc>
              <a:spcBef>
                <a:spcPct val="0"/>
              </a:spcBef>
            </a:pPr>
            <a:r>
              <a:rPr lang="en-US" b="true" sz="2500" i="true">
                <a:solidFill>
                  <a:srgbClr val="000000"/>
                </a:solidFill>
                <a:latin typeface="Montserrat Semi-Bold Italics"/>
                <a:ea typeface="Montserrat Semi-Bold Italics"/>
                <a:cs typeface="Montserrat Semi-Bold Italics"/>
                <a:sym typeface="Montserrat Semi-Bold Italics"/>
              </a:rPr>
              <a:t>Cliente Verde Bendito</a:t>
            </a:r>
          </a:p>
        </p:txBody>
      </p:sp>
      <p:sp>
        <p:nvSpPr>
          <p:cNvPr name="TextBox 9" id="9"/>
          <p:cNvSpPr txBox="true"/>
          <p:nvPr/>
        </p:nvSpPr>
        <p:spPr>
          <a:xfrm rot="0">
            <a:off x="9144000" y="8417008"/>
            <a:ext cx="1228943" cy="245745"/>
          </a:xfrm>
          <a:prstGeom prst="rect">
            <a:avLst/>
          </a:prstGeom>
        </p:spPr>
        <p:txBody>
          <a:bodyPr anchor="t" rtlCol="false" tIns="0" lIns="0" bIns="0" rIns="0">
            <a:spAutoFit/>
          </a:bodyPr>
          <a:lstStyle/>
          <a:p>
            <a:pPr algn="l" marL="0" indent="0" lvl="0">
              <a:lnSpc>
                <a:spcPts val="1800"/>
              </a:lnSpc>
              <a:spcBef>
                <a:spcPct val="0"/>
              </a:spcBef>
            </a:pPr>
            <a:r>
              <a:rPr lang="en-US" b="true" sz="1800">
                <a:solidFill>
                  <a:srgbClr val="000000"/>
                </a:solidFill>
                <a:latin typeface="Montserrat Semi-Bold"/>
                <a:ea typeface="Montserrat Semi-Bold"/>
                <a:cs typeface="Montserrat Semi-Bold"/>
                <a:sym typeface="Montserrat Semi-Bold"/>
              </a:rPr>
              <a:t>FECHA:</a:t>
            </a:r>
          </a:p>
        </p:txBody>
      </p:sp>
      <p:sp>
        <p:nvSpPr>
          <p:cNvPr name="TextBox 10" id="10"/>
          <p:cNvSpPr txBox="true"/>
          <p:nvPr/>
        </p:nvSpPr>
        <p:spPr>
          <a:xfrm rot="0">
            <a:off x="10372943" y="8417008"/>
            <a:ext cx="4114960" cy="245745"/>
          </a:xfrm>
          <a:prstGeom prst="rect">
            <a:avLst/>
          </a:prstGeom>
        </p:spPr>
        <p:txBody>
          <a:bodyPr anchor="t" rtlCol="false" tIns="0" lIns="0" bIns="0" rIns="0">
            <a:spAutoFit/>
          </a:bodyPr>
          <a:lstStyle/>
          <a:p>
            <a:pPr algn="l" marL="0" indent="0" lvl="0">
              <a:lnSpc>
                <a:spcPts val="1800"/>
              </a:lnSpc>
              <a:spcBef>
                <a:spcPct val="0"/>
              </a:spcBef>
            </a:pPr>
            <a:r>
              <a:rPr lang="en-US" sz="1800">
                <a:solidFill>
                  <a:srgbClr val="000000"/>
                </a:solidFill>
                <a:latin typeface="Montserrat"/>
                <a:ea typeface="Montserrat"/>
                <a:cs typeface="Montserrat"/>
                <a:sym typeface="Montserrat"/>
              </a:rPr>
              <a:t>22/7/2023</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AFAFA"/>
        </a:solidFill>
      </p:bgPr>
    </p:bg>
    <p:spTree>
      <p:nvGrpSpPr>
        <p:cNvPr id="1" name=""/>
        <p:cNvGrpSpPr/>
        <p:nvPr/>
      </p:nvGrpSpPr>
      <p:grpSpPr>
        <a:xfrm>
          <a:off x="0" y="0"/>
          <a:ext cx="0" cy="0"/>
          <a:chOff x="0" y="0"/>
          <a:chExt cx="0" cy="0"/>
        </a:xfrm>
      </p:grpSpPr>
      <p:grpSp>
        <p:nvGrpSpPr>
          <p:cNvPr name="Group 2" id="2"/>
          <p:cNvGrpSpPr/>
          <p:nvPr/>
        </p:nvGrpSpPr>
        <p:grpSpPr>
          <a:xfrm rot="0">
            <a:off x="9276721" y="1619965"/>
            <a:ext cx="7387032" cy="3373665"/>
            <a:chOff x="0" y="0"/>
            <a:chExt cx="1144445" cy="522669"/>
          </a:xfrm>
        </p:grpSpPr>
        <p:sp>
          <p:nvSpPr>
            <p:cNvPr name="Freeform 3" id="3"/>
            <p:cNvSpPr/>
            <p:nvPr/>
          </p:nvSpPr>
          <p:spPr>
            <a:xfrm flipH="false" flipV="false" rot="0">
              <a:off x="0" y="0"/>
              <a:ext cx="1144445" cy="522669"/>
            </a:xfrm>
            <a:custGeom>
              <a:avLst/>
              <a:gdLst/>
              <a:ahLst/>
              <a:cxnLst/>
              <a:rect r="r" b="b" t="t" l="l"/>
              <a:pathLst>
                <a:path h="522669" w="1144445">
                  <a:moveTo>
                    <a:pt x="0" y="0"/>
                  </a:moveTo>
                  <a:lnTo>
                    <a:pt x="1144445" y="0"/>
                  </a:lnTo>
                  <a:lnTo>
                    <a:pt x="1144445" y="522669"/>
                  </a:lnTo>
                  <a:lnTo>
                    <a:pt x="0" y="522669"/>
                  </a:lnTo>
                  <a:close/>
                </a:path>
              </a:pathLst>
            </a:custGeom>
            <a:blipFill>
              <a:blip r:embed="rId2"/>
              <a:stretch>
                <a:fillRect l="0" t="-22987" r="0" b="-22987"/>
              </a:stretch>
            </a:blipFill>
          </p:spPr>
        </p:sp>
      </p:grpSp>
      <p:grpSp>
        <p:nvGrpSpPr>
          <p:cNvPr name="Group 4" id="4"/>
          <p:cNvGrpSpPr/>
          <p:nvPr/>
        </p:nvGrpSpPr>
        <p:grpSpPr>
          <a:xfrm rot="0">
            <a:off x="9276721" y="5289088"/>
            <a:ext cx="7387032" cy="3373665"/>
            <a:chOff x="0" y="0"/>
            <a:chExt cx="1144445" cy="522669"/>
          </a:xfrm>
        </p:grpSpPr>
        <p:sp>
          <p:nvSpPr>
            <p:cNvPr name="Freeform 5" id="5"/>
            <p:cNvSpPr/>
            <p:nvPr/>
          </p:nvSpPr>
          <p:spPr>
            <a:xfrm flipH="false" flipV="false" rot="0">
              <a:off x="0" y="0"/>
              <a:ext cx="1144445" cy="522669"/>
            </a:xfrm>
            <a:custGeom>
              <a:avLst/>
              <a:gdLst/>
              <a:ahLst/>
              <a:cxnLst/>
              <a:rect r="r" b="b" t="t" l="l"/>
              <a:pathLst>
                <a:path h="522669" w="1144445">
                  <a:moveTo>
                    <a:pt x="0" y="0"/>
                  </a:moveTo>
                  <a:lnTo>
                    <a:pt x="1144445" y="0"/>
                  </a:lnTo>
                  <a:lnTo>
                    <a:pt x="1144445" y="522669"/>
                  </a:lnTo>
                  <a:lnTo>
                    <a:pt x="0" y="522669"/>
                  </a:lnTo>
                  <a:close/>
                </a:path>
              </a:pathLst>
            </a:custGeom>
            <a:blipFill>
              <a:blip r:embed="rId3"/>
              <a:stretch>
                <a:fillRect l="0" t="-114221" r="0" b="-114221"/>
              </a:stretch>
            </a:blipFill>
          </p:spPr>
        </p:sp>
      </p:grpSp>
      <p:grpSp>
        <p:nvGrpSpPr>
          <p:cNvPr name="Group 6" id="6"/>
          <p:cNvGrpSpPr/>
          <p:nvPr/>
        </p:nvGrpSpPr>
        <p:grpSpPr>
          <a:xfrm rot="0">
            <a:off x="1624247" y="1619965"/>
            <a:ext cx="7387032" cy="7042789"/>
            <a:chOff x="0" y="0"/>
            <a:chExt cx="1144445" cy="1091112"/>
          </a:xfrm>
        </p:grpSpPr>
        <p:sp>
          <p:nvSpPr>
            <p:cNvPr name="Freeform 7" id="7"/>
            <p:cNvSpPr/>
            <p:nvPr/>
          </p:nvSpPr>
          <p:spPr>
            <a:xfrm flipH="false" flipV="false" rot="0">
              <a:off x="0" y="0"/>
              <a:ext cx="1144445" cy="1091112"/>
            </a:xfrm>
            <a:custGeom>
              <a:avLst/>
              <a:gdLst/>
              <a:ahLst/>
              <a:cxnLst/>
              <a:rect r="r" b="b" t="t" l="l"/>
              <a:pathLst>
                <a:path h="1091112" w="1144445">
                  <a:moveTo>
                    <a:pt x="0" y="0"/>
                  </a:moveTo>
                  <a:lnTo>
                    <a:pt x="1144445" y="0"/>
                  </a:lnTo>
                  <a:lnTo>
                    <a:pt x="1144445" y="1091112"/>
                  </a:lnTo>
                  <a:lnTo>
                    <a:pt x="0" y="1091112"/>
                  </a:lnTo>
                  <a:close/>
                </a:path>
              </a:pathLst>
            </a:custGeom>
            <a:blipFill>
              <a:blip r:embed="rId4"/>
              <a:stretch>
                <a:fillRect l="-21189" t="0" r="-21820" b="0"/>
              </a:stretch>
            </a:blipFill>
          </p:spPr>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AFAFA"/>
        </a:solidFill>
      </p:bgPr>
    </p:bg>
    <p:spTree>
      <p:nvGrpSpPr>
        <p:cNvPr id="1" name=""/>
        <p:cNvGrpSpPr/>
        <p:nvPr/>
      </p:nvGrpSpPr>
      <p:grpSpPr>
        <a:xfrm>
          <a:off x="0" y="0"/>
          <a:ext cx="0" cy="0"/>
          <a:chOff x="0" y="0"/>
          <a:chExt cx="0" cy="0"/>
        </a:xfrm>
      </p:grpSpPr>
      <p:grpSp>
        <p:nvGrpSpPr>
          <p:cNvPr name="Group 2" id="2"/>
          <p:cNvGrpSpPr/>
          <p:nvPr/>
        </p:nvGrpSpPr>
        <p:grpSpPr>
          <a:xfrm rot="0">
            <a:off x="1624247" y="1619965"/>
            <a:ext cx="6884573" cy="3373665"/>
            <a:chOff x="0" y="0"/>
            <a:chExt cx="1066601" cy="522669"/>
          </a:xfrm>
        </p:grpSpPr>
        <p:sp>
          <p:nvSpPr>
            <p:cNvPr name="Freeform 3" id="3"/>
            <p:cNvSpPr/>
            <p:nvPr/>
          </p:nvSpPr>
          <p:spPr>
            <a:xfrm flipH="false" flipV="false" rot="0">
              <a:off x="0" y="0"/>
              <a:ext cx="1066601" cy="522669"/>
            </a:xfrm>
            <a:custGeom>
              <a:avLst/>
              <a:gdLst/>
              <a:ahLst/>
              <a:cxnLst/>
              <a:rect r="r" b="b" t="t" l="l"/>
              <a:pathLst>
                <a:path h="522669" w="1066601">
                  <a:moveTo>
                    <a:pt x="0" y="0"/>
                  </a:moveTo>
                  <a:lnTo>
                    <a:pt x="1066601" y="0"/>
                  </a:lnTo>
                  <a:lnTo>
                    <a:pt x="1066601" y="522669"/>
                  </a:lnTo>
                  <a:lnTo>
                    <a:pt x="0" y="522669"/>
                  </a:lnTo>
                  <a:close/>
                </a:path>
              </a:pathLst>
            </a:custGeom>
            <a:blipFill>
              <a:blip r:embed="rId2"/>
              <a:stretch>
                <a:fillRect l="0" t="-18022" r="0" b="-18022"/>
              </a:stretch>
            </a:blipFill>
          </p:spPr>
        </p:sp>
      </p:grpSp>
      <p:grpSp>
        <p:nvGrpSpPr>
          <p:cNvPr name="Group 4" id="4"/>
          <p:cNvGrpSpPr/>
          <p:nvPr/>
        </p:nvGrpSpPr>
        <p:grpSpPr>
          <a:xfrm rot="0">
            <a:off x="1624247" y="5289088"/>
            <a:ext cx="6884573" cy="3373665"/>
            <a:chOff x="0" y="0"/>
            <a:chExt cx="1066601" cy="522669"/>
          </a:xfrm>
        </p:grpSpPr>
        <p:sp>
          <p:nvSpPr>
            <p:cNvPr name="Freeform 5" id="5"/>
            <p:cNvSpPr/>
            <p:nvPr/>
          </p:nvSpPr>
          <p:spPr>
            <a:xfrm flipH="false" flipV="false" rot="0">
              <a:off x="0" y="0"/>
              <a:ext cx="1066601" cy="522669"/>
            </a:xfrm>
            <a:custGeom>
              <a:avLst/>
              <a:gdLst/>
              <a:ahLst/>
              <a:cxnLst/>
              <a:rect r="r" b="b" t="t" l="l"/>
              <a:pathLst>
                <a:path h="522669" w="1066601">
                  <a:moveTo>
                    <a:pt x="0" y="0"/>
                  </a:moveTo>
                  <a:lnTo>
                    <a:pt x="1066601" y="0"/>
                  </a:lnTo>
                  <a:lnTo>
                    <a:pt x="1066601" y="522669"/>
                  </a:lnTo>
                  <a:lnTo>
                    <a:pt x="0" y="522669"/>
                  </a:lnTo>
                  <a:close/>
                </a:path>
              </a:pathLst>
            </a:custGeom>
            <a:blipFill>
              <a:blip r:embed="rId3"/>
              <a:stretch>
                <a:fillRect l="0" t="-18022" r="0" b="-18022"/>
              </a:stretch>
            </a:blipFill>
          </p:spPr>
        </p:sp>
      </p:grpSp>
      <p:sp>
        <p:nvSpPr>
          <p:cNvPr name="TextBox 6" id="6"/>
          <p:cNvSpPr txBox="true"/>
          <p:nvPr/>
        </p:nvSpPr>
        <p:spPr>
          <a:xfrm rot="0">
            <a:off x="9144000" y="4267795"/>
            <a:ext cx="7519753" cy="3801237"/>
          </a:xfrm>
          <a:prstGeom prst="rect">
            <a:avLst/>
          </a:prstGeom>
        </p:spPr>
        <p:txBody>
          <a:bodyPr anchor="t" rtlCol="false" tIns="0" lIns="0" bIns="0" rIns="0">
            <a:spAutoFit/>
          </a:bodyPr>
          <a:lstStyle/>
          <a:p>
            <a:pPr algn="l">
              <a:lnSpc>
                <a:spcPts val="3024"/>
              </a:lnSpc>
            </a:pPr>
            <a:r>
              <a:rPr lang="en-US" sz="2400" spc="98">
                <a:solidFill>
                  <a:srgbClr val="000000"/>
                </a:solidFill>
                <a:latin typeface="Montserrat"/>
                <a:ea typeface="Montserrat"/>
                <a:cs typeface="Montserrat"/>
                <a:sym typeface="Montserrat"/>
              </a:rPr>
              <a:t>Lorem ipsum dol</a:t>
            </a:r>
            <a:r>
              <a:rPr lang="en-US" sz="2400" spc="98">
                <a:solidFill>
                  <a:srgbClr val="000000"/>
                </a:solidFill>
                <a:latin typeface="Montserrat"/>
                <a:ea typeface="Montserrat"/>
                <a:cs typeface="Montserrat"/>
                <a:sym typeface="Montserrat"/>
              </a:rPr>
              <a:t>or sit amet, consectetur adipiscing elit. Maecenas bibendum ornare lobortis. Sed et tortor eu neque iaculis pharetra vel ut ex. Nullam dignissim arcu id purus commodo, quis pulvinar nisl consequat. Aliquam aliquam mi justo, eu dignissim justo dapibus sed. Duis varius felis quis velit efficitur, sit amet tempus nunc fermentum. Cras at neque enim. In id semper erat. </a:t>
            </a:r>
          </a:p>
        </p:txBody>
      </p:sp>
      <p:sp>
        <p:nvSpPr>
          <p:cNvPr name="TextBox 7" id="7"/>
          <p:cNvSpPr txBox="true"/>
          <p:nvPr/>
        </p:nvSpPr>
        <p:spPr>
          <a:xfrm rot="0">
            <a:off x="9144000" y="3190592"/>
            <a:ext cx="7036528" cy="414827"/>
          </a:xfrm>
          <a:prstGeom prst="rect">
            <a:avLst/>
          </a:prstGeom>
        </p:spPr>
        <p:txBody>
          <a:bodyPr anchor="t" rtlCol="false" tIns="0" lIns="0" bIns="0" rIns="0">
            <a:spAutoFit/>
          </a:bodyPr>
          <a:lstStyle/>
          <a:p>
            <a:pPr algn="l" marL="0" indent="0" lvl="0">
              <a:lnSpc>
                <a:spcPts val="3206"/>
              </a:lnSpc>
              <a:spcBef>
                <a:spcPct val="0"/>
              </a:spcBef>
            </a:pPr>
            <a:r>
              <a:rPr lang="en-US" b="true" sz="3206" i="true">
                <a:solidFill>
                  <a:srgbClr val="000000"/>
                </a:solidFill>
                <a:latin typeface="Montserrat Ultra-Bold Italics"/>
                <a:ea typeface="Montserrat Ultra-Bold Italics"/>
                <a:cs typeface="Montserrat Ultra-Bold Italics"/>
                <a:sym typeface="Montserrat Ultra-Bold Italics"/>
              </a:rPr>
              <a:t>PROYECTO 2</a:t>
            </a:r>
          </a:p>
        </p:txBody>
      </p:sp>
      <p:sp>
        <p:nvSpPr>
          <p:cNvPr name="TextBox 8" id="8"/>
          <p:cNvSpPr txBox="true"/>
          <p:nvPr/>
        </p:nvSpPr>
        <p:spPr>
          <a:xfrm rot="0">
            <a:off x="9144000" y="3719158"/>
            <a:ext cx="6388786" cy="330200"/>
          </a:xfrm>
          <a:prstGeom prst="rect">
            <a:avLst/>
          </a:prstGeom>
        </p:spPr>
        <p:txBody>
          <a:bodyPr anchor="t" rtlCol="false" tIns="0" lIns="0" bIns="0" rIns="0">
            <a:spAutoFit/>
          </a:bodyPr>
          <a:lstStyle/>
          <a:p>
            <a:pPr algn="l" marL="0" indent="0" lvl="0">
              <a:lnSpc>
                <a:spcPts val="2500"/>
              </a:lnSpc>
              <a:spcBef>
                <a:spcPct val="0"/>
              </a:spcBef>
            </a:pPr>
            <a:r>
              <a:rPr lang="en-US" b="true" sz="2500" i="true">
                <a:solidFill>
                  <a:srgbClr val="000000"/>
                </a:solidFill>
                <a:latin typeface="Montserrat Semi-Bold Italics"/>
                <a:ea typeface="Montserrat Semi-Bold Italics"/>
                <a:cs typeface="Montserrat Semi-Bold Italics"/>
                <a:sym typeface="Montserrat Semi-Bold Italics"/>
              </a:rPr>
              <a:t>Diana Paipa</a:t>
            </a:r>
          </a:p>
        </p:txBody>
      </p:sp>
      <p:sp>
        <p:nvSpPr>
          <p:cNvPr name="TextBox 9" id="9"/>
          <p:cNvSpPr txBox="true"/>
          <p:nvPr/>
        </p:nvSpPr>
        <p:spPr>
          <a:xfrm rot="0">
            <a:off x="9144000" y="8417008"/>
            <a:ext cx="1228943" cy="245745"/>
          </a:xfrm>
          <a:prstGeom prst="rect">
            <a:avLst/>
          </a:prstGeom>
        </p:spPr>
        <p:txBody>
          <a:bodyPr anchor="t" rtlCol="false" tIns="0" lIns="0" bIns="0" rIns="0">
            <a:spAutoFit/>
          </a:bodyPr>
          <a:lstStyle/>
          <a:p>
            <a:pPr algn="l" marL="0" indent="0" lvl="0">
              <a:lnSpc>
                <a:spcPts val="1800"/>
              </a:lnSpc>
              <a:spcBef>
                <a:spcPct val="0"/>
              </a:spcBef>
            </a:pPr>
            <a:r>
              <a:rPr lang="en-US" b="true" sz="1800">
                <a:solidFill>
                  <a:srgbClr val="000000"/>
                </a:solidFill>
                <a:latin typeface="Montserrat Semi-Bold"/>
                <a:ea typeface="Montserrat Semi-Bold"/>
                <a:cs typeface="Montserrat Semi-Bold"/>
                <a:sym typeface="Montserrat Semi-Bold"/>
              </a:rPr>
              <a:t>FECHA:</a:t>
            </a:r>
          </a:p>
        </p:txBody>
      </p:sp>
      <p:sp>
        <p:nvSpPr>
          <p:cNvPr name="TextBox 10" id="10"/>
          <p:cNvSpPr txBox="true"/>
          <p:nvPr/>
        </p:nvSpPr>
        <p:spPr>
          <a:xfrm rot="0">
            <a:off x="10372943" y="8417008"/>
            <a:ext cx="4114960" cy="245745"/>
          </a:xfrm>
          <a:prstGeom prst="rect">
            <a:avLst/>
          </a:prstGeom>
        </p:spPr>
        <p:txBody>
          <a:bodyPr anchor="t" rtlCol="false" tIns="0" lIns="0" bIns="0" rIns="0">
            <a:spAutoFit/>
          </a:bodyPr>
          <a:lstStyle/>
          <a:p>
            <a:pPr algn="l" marL="0" indent="0" lvl="0">
              <a:lnSpc>
                <a:spcPts val="1800"/>
              </a:lnSpc>
              <a:spcBef>
                <a:spcPct val="0"/>
              </a:spcBef>
            </a:pPr>
            <a:r>
              <a:rPr lang="en-US" sz="1800">
                <a:solidFill>
                  <a:srgbClr val="000000"/>
                </a:solidFill>
                <a:latin typeface="Montserrat"/>
                <a:ea typeface="Montserrat"/>
                <a:cs typeface="Montserrat"/>
                <a:sym typeface="Montserrat"/>
              </a:rPr>
              <a:t>22/7/2023</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AFAFA"/>
        </a:solidFill>
      </p:bgPr>
    </p:bg>
    <p:spTree>
      <p:nvGrpSpPr>
        <p:cNvPr id="1" name=""/>
        <p:cNvGrpSpPr/>
        <p:nvPr/>
      </p:nvGrpSpPr>
      <p:grpSpPr>
        <a:xfrm>
          <a:off x="0" y="0"/>
          <a:ext cx="0" cy="0"/>
          <a:chOff x="0" y="0"/>
          <a:chExt cx="0" cy="0"/>
        </a:xfrm>
      </p:grpSpPr>
      <p:grpSp>
        <p:nvGrpSpPr>
          <p:cNvPr name="Group 2" id="2"/>
          <p:cNvGrpSpPr/>
          <p:nvPr/>
        </p:nvGrpSpPr>
        <p:grpSpPr>
          <a:xfrm rot="0">
            <a:off x="11928872" y="1619965"/>
            <a:ext cx="4734881" cy="4532019"/>
            <a:chOff x="0" y="0"/>
            <a:chExt cx="733557" cy="702128"/>
          </a:xfrm>
        </p:grpSpPr>
        <p:sp>
          <p:nvSpPr>
            <p:cNvPr name="Freeform 3" id="3"/>
            <p:cNvSpPr/>
            <p:nvPr/>
          </p:nvSpPr>
          <p:spPr>
            <a:xfrm flipH="false" flipV="false" rot="0">
              <a:off x="0" y="0"/>
              <a:ext cx="733557" cy="702128"/>
            </a:xfrm>
            <a:custGeom>
              <a:avLst/>
              <a:gdLst/>
              <a:ahLst/>
              <a:cxnLst/>
              <a:rect r="r" b="b" t="t" l="l"/>
              <a:pathLst>
                <a:path h="702128" w="733557">
                  <a:moveTo>
                    <a:pt x="0" y="0"/>
                  </a:moveTo>
                  <a:lnTo>
                    <a:pt x="733557" y="0"/>
                  </a:lnTo>
                  <a:lnTo>
                    <a:pt x="733557" y="702128"/>
                  </a:lnTo>
                  <a:lnTo>
                    <a:pt x="0" y="702128"/>
                  </a:lnTo>
                  <a:close/>
                </a:path>
              </a:pathLst>
            </a:custGeom>
            <a:blipFill>
              <a:blip r:embed="rId2"/>
              <a:stretch>
                <a:fillRect l="-21786" t="0" r="-21786" b="0"/>
              </a:stretch>
            </a:blipFill>
          </p:spPr>
        </p:sp>
      </p:grpSp>
      <p:grpSp>
        <p:nvGrpSpPr>
          <p:cNvPr name="Group 4" id="4"/>
          <p:cNvGrpSpPr/>
          <p:nvPr/>
        </p:nvGrpSpPr>
        <p:grpSpPr>
          <a:xfrm rot="0">
            <a:off x="11928872" y="6354026"/>
            <a:ext cx="4734881" cy="2308727"/>
            <a:chOff x="0" y="0"/>
            <a:chExt cx="733557" cy="357682"/>
          </a:xfrm>
        </p:grpSpPr>
        <p:sp>
          <p:nvSpPr>
            <p:cNvPr name="Freeform 5" id="5"/>
            <p:cNvSpPr/>
            <p:nvPr/>
          </p:nvSpPr>
          <p:spPr>
            <a:xfrm flipH="false" flipV="false" rot="5400000">
              <a:off x="187937" y="-187937"/>
              <a:ext cx="357682" cy="733557"/>
            </a:xfrm>
            <a:custGeom>
              <a:avLst/>
              <a:gdLst/>
              <a:ahLst/>
              <a:cxnLst/>
              <a:rect r="r" b="b" t="t" l="l"/>
              <a:pathLst>
                <a:path h="733557" w="357682">
                  <a:moveTo>
                    <a:pt x="0" y="733557"/>
                  </a:moveTo>
                  <a:lnTo>
                    <a:pt x="0" y="0"/>
                  </a:lnTo>
                  <a:lnTo>
                    <a:pt x="357683" y="0"/>
                  </a:lnTo>
                  <a:lnTo>
                    <a:pt x="357683" y="733557"/>
                  </a:lnTo>
                  <a:close/>
                </a:path>
              </a:pathLst>
            </a:custGeom>
            <a:blipFill>
              <a:blip r:embed="rId3"/>
              <a:stretch>
                <a:fillRect l="-19323" t="-703" r="-19323" b="-703"/>
              </a:stretch>
            </a:blipFill>
          </p:spPr>
        </p:sp>
      </p:grpSp>
      <p:grpSp>
        <p:nvGrpSpPr>
          <p:cNvPr name="Group 6" id="6"/>
          <p:cNvGrpSpPr/>
          <p:nvPr/>
        </p:nvGrpSpPr>
        <p:grpSpPr>
          <a:xfrm rot="0">
            <a:off x="1624247" y="1619965"/>
            <a:ext cx="10074984" cy="7042789"/>
            <a:chOff x="0" y="0"/>
            <a:chExt cx="1560879" cy="1091112"/>
          </a:xfrm>
        </p:grpSpPr>
        <p:sp>
          <p:nvSpPr>
            <p:cNvPr name="Freeform 7" id="7"/>
            <p:cNvSpPr/>
            <p:nvPr/>
          </p:nvSpPr>
          <p:spPr>
            <a:xfrm flipH="false" flipV="false" rot="0">
              <a:off x="0" y="0"/>
              <a:ext cx="1560879" cy="1091112"/>
            </a:xfrm>
            <a:custGeom>
              <a:avLst/>
              <a:gdLst/>
              <a:ahLst/>
              <a:cxnLst/>
              <a:rect r="r" b="b" t="t" l="l"/>
              <a:pathLst>
                <a:path h="1091112" w="1560879">
                  <a:moveTo>
                    <a:pt x="0" y="0"/>
                  </a:moveTo>
                  <a:lnTo>
                    <a:pt x="1560879" y="0"/>
                  </a:lnTo>
                  <a:lnTo>
                    <a:pt x="1560879" y="1091112"/>
                  </a:lnTo>
                  <a:lnTo>
                    <a:pt x="0" y="1091112"/>
                  </a:lnTo>
                  <a:close/>
                </a:path>
              </a:pathLst>
            </a:custGeom>
            <a:blipFill>
              <a:blip r:embed="rId4"/>
              <a:stretch>
                <a:fillRect l="-2427" t="0" r="-2427" b="0"/>
              </a:stretch>
            </a:blipFill>
          </p:spPr>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AFAFA"/>
        </a:solidFill>
      </p:bgPr>
    </p:bg>
    <p:spTree>
      <p:nvGrpSpPr>
        <p:cNvPr id="1" name=""/>
        <p:cNvGrpSpPr/>
        <p:nvPr/>
      </p:nvGrpSpPr>
      <p:grpSpPr>
        <a:xfrm>
          <a:off x="0" y="0"/>
          <a:ext cx="0" cy="0"/>
          <a:chOff x="0" y="0"/>
          <a:chExt cx="0" cy="0"/>
        </a:xfrm>
      </p:grpSpPr>
      <p:grpSp>
        <p:nvGrpSpPr>
          <p:cNvPr name="Group 2" id="2"/>
          <p:cNvGrpSpPr/>
          <p:nvPr/>
        </p:nvGrpSpPr>
        <p:grpSpPr>
          <a:xfrm rot="0">
            <a:off x="9779180" y="1619965"/>
            <a:ext cx="6884573" cy="7042789"/>
            <a:chOff x="0" y="0"/>
            <a:chExt cx="1066601" cy="1091112"/>
          </a:xfrm>
        </p:grpSpPr>
        <p:sp>
          <p:nvSpPr>
            <p:cNvPr name="Freeform 3" id="3"/>
            <p:cNvSpPr/>
            <p:nvPr/>
          </p:nvSpPr>
          <p:spPr>
            <a:xfrm flipH="false" flipV="false" rot="0">
              <a:off x="0" y="0"/>
              <a:ext cx="1066601" cy="1091112"/>
            </a:xfrm>
            <a:custGeom>
              <a:avLst/>
              <a:gdLst/>
              <a:ahLst/>
              <a:cxnLst/>
              <a:rect r="r" b="b" t="t" l="l"/>
              <a:pathLst>
                <a:path h="1091112" w="1066601">
                  <a:moveTo>
                    <a:pt x="0" y="0"/>
                  </a:moveTo>
                  <a:lnTo>
                    <a:pt x="1066601" y="0"/>
                  </a:lnTo>
                  <a:lnTo>
                    <a:pt x="1066601" y="1091112"/>
                  </a:lnTo>
                  <a:lnTo>
                    <a:pt x="0" y="1091112"/>
                  </a:lnTo>
                  <a:close/>
                </a:path>
              </a:pathLst>
            </a:custGeom>
            <a:blipFill>
              <a:blip r:embed="rId2"/>
              <a:stretch>
                <a:fillRect l="0" t="-33581" r="0" b="-13049"/>
              </a:stretch>
            </a:blipFill>
          </p:spPr>
        </p:sp>
      </p:grpSp>
      <p:sp>
        <p:nvSpPr>
          <p:cNvPr name="TextBox 4" id="4"/>
          <p:cNvSpPr txBox="true"/>
          <p:nvPr/>
        </p:nvSpPr>
        <p:spPr>
          <a:xfrm rot="0">
            <a:off x="1624247" y="4267795"/>
            <a:ext cx="7519753" cy="3801237"/>
          </a:xfrm>
          <a:prstGeom prst="rect">
            <a:avLst/>
          </a:prstGeom>
        </p:spPr>
        <p:txBody>
          <a:bodyPr anchor="t" rtlCol="false" tIns="0" lIns="0" bIns="0" rIns="0">
            <a:spAutoFit/>
          </a:bodyPr>
          <a:lstStyle/>
          <a:p>
            <a:pPr algn="l">
              <a:lnSpc>
                <a:spcPts val="3024"/>
              </a:lnSpc>
            </a:pPr>
            <a:r>
              <a:rPr lang="en-US" sz="2400" spc="98">
                <a:solidFill>
                  <a:srgbClr val="000000"/>
                </a:solidFill>
                <a:latin typeface="Montserrat"/>
                <a:ea typeface="Montserrat"/>
                <a:cs typeface="Montserrat"/>
                <a:sym typeface="Montserrat"/>
              </a:rPr>
              <a:t>Lorem ipsum dol</a:t>
            </a:r>
            <a:r>
              <a:rPr lang="en-US" sz="2400" spc="98">
                <a:solidFill>
                  <a:srgbClr val="000000"/>
                </a:solidFill>
                <a:latin typeface="Montserrat"/>
                <a:ea typeface="Montserrat"/>
                <a:cs typeface="Montserrat"/>
                <a:sym typeface="Montserrat"/>
              </a:rPr>
              <a:t>or sit amet, consectetur adipiscing elit. Maecenas bibendum ornare lobortis. Sed et tortor eu neque iaculis pharetra vel ut ex. Nullam dignissim arcu id purus commodo, quis pulvinar nisl consequat. Aliquam aliquam mi justo, eu dignissim justo dapibus sed. Duis varius felis quis velit efficitur, sit amet tempus nunc fermentum. Cras at neque enim. In id semper erat. </a:t>
            </a:r>
          </a:p>
        </p:txBody>
      </p:sp>
      <p:sp>
        <p:nvSpPr>
          <p:cNvPr name="TextBox 5" id="5"/>
          <p:cNvSpPr txBox="true"/>
          <p:nvPr/>
        </p:nvSpPr>
        <p:spPr>
          <a:xfrm rot="0">
            <a:off x="1624247" y="3190592"/>
            <a:ext cx="7036528" cy="414827"/>
          </a:xfrm>
          <a:prstGeom prst="rect">
            <a:avLst/>
          </a:prstGeom>
        </p:spPr>
        <p:txBody>
          <a:bodyPr anchor="t" rtlCol="false" tIns="0" lIns="0" bIns="0" rIns="0">
            <a:spAutoFit/>
          </a:bodyPr>
          <a:lstStyle/>
          <a:p>
            <a:pPr algn="l" marL="0" indent="0" lvl="0">
              <a:lnSpc>
                <a:spcPts val="3206"/>
              </a:lnSpc>
              <a:spcBef>
                <a:spcPct val="0"/>
              </a:spcBef>
            </a:pPr>
            <a:r>
              <a:rPr lang="en-US" b="true" sz="3206" i="true">
                <a:solidFill>
                  <a:srgbClr val="000000"/>
                </a:solidFill>
                <a:latin typeface="Montserrat Ultra-Bold Italics"/>
                <a:ea typeface="Montserrat Ultra-Bold Italics"/>
                <a:cs typeface="Montserrat Ultra-Bold Italics"/>
                <a:sym typeface="Montserrat Ultra-Bold Italics"/>
              </a:rPr>
              <a:t>PROYECTO 3</a:t>
            </a:r>
          </a:p>
        </p:txBody>
      </p:sp>
      <p:sp>
        <p:nvSpPr>
          <p:cNvPr name="TextBox 6" id="6"/>
          <p:cNvSpPr txBox="true"/>
          <p:nvPr/>
        </p:nvSpPr>
        <p:spPr>
          <a:xfrm rot="0">
            <a:off x="1624247" y="3719158"/>
            <a:ext cx="6388786" cy="330200"/>
          </a:xfrm>
          <a:prstGeom prst="rect">
            <a:avLst/>
          </a:prstGeom>
        </p:spPr>
        <p:txBody>
          <a:bodyPr anchor="t" rtlCol="false" tIns="0" lIns="0" bIns="0" rIns="0">
            <a:spAutoFit/>
          </a:bodyPr>
          <a:lstStyle/>
          <a:p>
            <a:pPr algn="l" marL="0" indent="0" lvl="0">
              <a:lnSpc>
                <a:spcPts val="2500"/>
              </a:lnSpc>
              <a:spcBef>
                <a:spcPct val="0"/>
              </a:spcBef>
            </a:pPr>
            <a:r>
              <a:rPr lang="en-US" b="true" sz="2500" i="true">
                <a:solidFill>
                  <a:srgbClr val="000000"/>
                </a:solidFill>
                <a:latin typeface="Montserrat Semi-Bold Italics"/>
                <a:ea typeface="Montserrat Semi-Bold Italics"/>
                <a:cs typeface="Montserrat Semi-Bold Italics"/>
                <a:sym typeface="Montserrat Semi-Bold Italics"/>
              </a:rPr>
              <a:t>Soto y Ochoa</a:t>
            </a:r>
          </a:p>
        </p:txBody>
      </p:sp>
      <p:sp>
        <p:nvSpPr>
          <p:cNvPr name="TextBox 7" id="7"/>
          <p:cNvSpPr txBox="true"/>
          <p:nvPr/>
        </p:nvSpPr>
        <p:spPr>
          <a:xfrm rot="0">
            <a:off x="1624247" y="8417008"/>
            <a:ext cx="1228943" cy="245745"/>
          </a:xfrm>
          <a:prstGeom prst="rect">
            <a:avLst/>
          </a:prstGeom>
        </p:spPr>
        <p:txBody>
          <a:bodyPr anchor="t" rtlCol="false" tIns="0" lIns="0" bIns="0" rIns="0">
            <a:spAutoFit/>
          </a:bodyPr>
          <a:lstStyle/>
          <a:p>
            <a:pPr algn="l" marL="0" indent="0" lvl="0">
              <a:lnSpc>
                <a:spcPts val="1800"/>
              </a:lnSpc>
              <a:spcBef>
                <a:spcPct val="0"/>
              </a:spcBef>
            </a:pPr>
            <a:r>
              <a:rPr lang="en-US" b="true" sz="1800">
                <a:solidFill>
                  <a:srgbClr val="000000"/>
                </a:solidFill>
                <a:latin typeface="Montserrat Semi-Bold"/>
                <a:ea typeface="Montserrat Semi-Bold"/>
                <a:cs typeface="Montserrat Semi-Bold"/>
                <a:sym typeface="Montserrat Semi-Bold"/>
              </a:rPr>
              <a:t>FECHA:</a:t>
            </a:r>
          </a:p>
        </p:txBody>
      </p:sp>
      <p:sp>
        <p:nvSpPr>
          <p:cNvPr name="TextBox 8" id="8"/>
          <p:cNvSpPr txBox="true"/>
          <p:nvPr/>
        </p:nvSpPr>
        <p:spPr>
          <a:xfrm rot="0">
            <a:off x="2853190" y="8417008"/>
            <a:ext cx="4114960" cy="245745"/>
          </a:xfrm>
          <a:prstGeom prst="rect">
            <a:avLst/>
          </a:prstGeom>
        </p:spPr>
        <p:txBody>
          <a:bodyPr anchor="t" rtlCol="false" tIns="0" lIns="0" bIns="0" rIns="0">
            <a:spAutoFit/>
          </a:bodyPr>
          <a:lstStyle/>
          <a:p>
            <a:pPr algn="l" marL="0" indent="0" lvl="0">
              <a:lnSpc>
                <a:spcPts val="1800"/>
              </a:lnSpc>
              <a:spcBef>
                <a:spcPct val="0"/>
              </a:spcBef>
            </a:pPr>
            <a:r>
              <a:rPr lang="en-US" sz="1800">
                <a:solidFill>
                  <a:srgbClr val="000000"/>
                </a:solidFill>
                <a:latin typeface="Montserrat"/>
                <a:ea typeface="Montserrat"/>
                <a:cs typeface="Montserrat"/>
                <a:sym typeface="Montserrat"/>
              </a:rPr>
              <a:t>22/7/2023</a:t>
            </a:r>
          </a:p>
        </p:txBody>
      </p:sp>
      <p:sp>
        <p:nvSpPr>
          <p:cNvPr name="TextBox 9" id="9"/>
          <p:cNvSpPr txBox="true"/>
          <p:nvPr/>
        </p:nvSpPr>
        <p:spPr>
          <a:xfrm rot="0">
            <a:off x="1624247" y="1351933"/>
            <a:ext cx="3137258" cy="268031"/>
          </a:xfrm>
          <a:prstGeom prst="rect">
            <a:avLst/>
          </a:prstGeom>
        </p:spPr>
        <p:txBody>
          <a:bodyPr anchor="t" rtlCol="false" tIns="0" lIns="0" bIns="0" rIns="0">
            <a:spAutoFit/>
          </a:bodyPr>
          <a:lstStyle/>
          <a:p>
            <a:pPr algn="l">
              <a:lnSpc>
                <a:spcPts val="2155"/>
              </a:lnSpc>
            </a:pPr>
            <a:r>
              <a:rPr lang="en-US" sz="1710" spc="70">
                <a:solidFill>
                  <a:srgbClr val="000000"/>
                </a:solidFill>
                <a:latin typeface="Montserrat"/>
                <a:ea typeface="Montserrat"/>
                <a:cs typeface="Montserrat"/>
                <a:sym typeface="Montserrat"/>
              </a:rPr>
              <a:t>4 | ESTUDIO BORCELLE</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AFAFA"/>
        </a:solidFill>
      </p:bgPr>
    </p:bg>
    <p:spTree>
      <p:nvGrpSpPr>
        <p:cNvPr id="1" name=""/>
        <p:cNvGrpSpPr/>
        <p:nvPr/>
      </p:nvGrpSpPr>
      <p:grpSpPr>
        <a:xfrm>
          <a:off x="0" y="0"/>
          <a:ext cx="0" cy="0"/>
          <a:chOff x="0" y="0"/>
          <a:chExt cx="0" cy="0"/>
        </a:xfrm>
      </p:grpSpPr>
      <p:grpSp>
        <p:nvGrpSpPr>
          <p:cNvPr name="Group 2" id="2"/>
          <p:cNvGrpSpPr/>
          <p:nvPr/>
        </p:nvGrpSpPr>
        <p:grpSpPr>
          <a:xfrm rot="0">
            <a:off x="1624247" y="1619965"/>
            <a:ext cx="4849419" cy="7042789"/>
            <a:chOff x="0" y="0"/>
            <a:chExt cx="751302" cy="1091112"/>
          </a:xfrm>
        </p:grpSpPr>
        <p:sp>
          <p:nvSpPr>
            <p:cNvPr name="Freeform 3" id="3"/>
            <p:cNvSpPr/>
            <p:nvPr/>
          </p:nvSpPr>
          <p:spPr>
            <a:xfrm flipH="false" flipV="false" rot="0">
              <a:off x="0" y="0"/>
              <a:ext cx="751302" cy="1091112"/>
            </a:xfrm>
            <a:custGeom>
              <a:avLst/>
              <a:gdLst/>
              <a:ahLst/>
              <a:cxnLst/>
              <a:rect r="r" b="b" t="t" l="l"/>
              <a:pathLst>
                <a:path h="1091112" w="751302">
                  <a:moveTo>
                    <a:pt x="0" y="0"/>
                  </a:moveTo>
                  <a:lnTo>
                    <a:pt x="751302" y="0"/>
                  </a:lnTo>
                  <a:lnTo>
                    <a:pt x="751302" y="1091112"/>
                  </a:lnTo>
                  <a:lnTo>
                    <a:pt x="0" y="1091112"/>
                  </a:lnTo>
                  <a:close/>
                </a:path>
              </a:pathLst>
            </a:custGeom>
            <a:blipFill>
              <a:blip r:embed="rId2"/>
              <a:stretch>
                <a:fillRect l="0" t="-1642" r="0" b="-1642"/>
              </a:stretch>
            </a:blipFill>
          </p:spPr>
        </p:sp>
      </p:grpSp>
      <p:grpSp>
        <p:nvGrpSpPr>
          <p:cNvPr name="Group 4" id="4"/>
          <p:cNvGrpSpPr/>
          <p:nvPr/>
        </p:nvGrpSpPr>
        <p:grpSpPr>
          <a:xfrm rot="0">
            <a:off x="6717417" y="1619965"/>
            <a:ext cx="4849419" cy="7042789"/>
            <a:chOff x="0" y="0"/>
            <a:chExt cx="751302" cy="1091112"/>
          </a:xfrm>
        </p:grpSpPr>
        <p:sp>
          <p:nvSpPr>
            <p:cNvPr name="Freeform 5" id="5"/>
            <p:cNvSpPr/>
            <p:nvPr/>
          </p:nvSpPr>
          <p:spPr>
            <a:xfrm flipH="false" flipV="false" rot="0">
              <a:off x="0" y="0"/>
              <a:ext cx="751302" cy="1091112"/>
            </a:xfrm>
            <a:custGeom>
              <a:avLst/>
              <a:gdLst/>
              <a:ahLst/>
              <a:cxnLst/>
              <a:rect r="r" b="b" t="t" l="l"/>
              <a:pathLst>
                <a:path h="1091112" w="751302">
                  <a:moveTo>
                    <a:pt x="0" y="0"/>
                  </a:moveTo>
                  <a:lnTo>
                    <a:pt x="751302" y="0"/>
                  </a:lnTo>
                  <a:lnTo>
                    <a:pt x="751302" y="1091112"/>
                  </a:lnTo>
                  <a:lnTo>
                    <a:pt x="0" y="1091112"/>
                  </a:lnTo>
                  <a:close/>
                </a:path>
              </a:pathLst>
            </a:custGeom>
            <a:blipFill>
              <a:blip r:embed="rId3"/>
              <a:stretch>
                <a:fillRect l="0" t="-1642" r="0" b="-1642"/>
              </a:stretch>
            </a:blipFill>
          </p:spPr>
        </p:sp>
      </p:grpSp>
      <p:grpSp>
        <p:nvGrpSpPr>
          <p:cNvPr name="Group 6" id="6"/>
          <p:cNvGrpSpPr/>
          <p:nvPr/>
        </p:nvGrpSpPr>
        <p:grpSpPr>
          <a:xfrm rot="0">
            <a:off x="11814334" y="1619965"/>
            <a:ext cx="4849419" cy="7042789"/>
            <a:chOff x="0" y="0"/>
            <a:chExt cx="751302" cy="1091112"/>
          </a:xfrm>
        </p:grpSpPr>
        <p:sp>
          <p:nvSpPr>
            <p:cNvPr name="Freeform 7" id="7"/>
            <p:cNvSpPr/>
            <p:nvPr/>
          </p:nvSpPr>
          <p:spPr>
            <a:xfrm flipH="false" flipV="false" rot="0">
              <a:off x="0" y="0"/>
              <a:ext cx="751302" cy="1091112"/>
            </a:xfrm>
            <a:custGeom>
              <a:avLst/>
              <a:gdLst/>
              <a:ahLst/>
              <a:cxnLst/>
              <a:rect r="r" b="b" t="t" l="l"/>
              <a:pathLst>
                <a:path h="1091112" w="751302">
                  <a:moveTo>
                    <a:pt x="0" y="0"/>
                  </a:moveTo>
                  <a:lnTo>
                    <a:pt x="751302" y="0"/>
                  </a:lnTo>
                  <a:lnTo>
                    <a:pt x="751302" y="1091112"/>
                  </a:lnTo>
                  <a:lnTo>
                    <a:pt x="0" y="1091112"/>
                  </a:lnTo>
                  <a:close/>
                </a:path>
              </a:pathLst>
            </a:custGeom>
            <a:blipFill>
              <a:blip r:embed="rId4"/>
              <a:stretch>
                <a:fillRect l="0" t="-1642" r="0" b="-1642"/>
              </a:stretch>
            </a:blipFill>
          </p:spPr>
        </p:sp>
      </p:gr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AFAFA"/>
        </a:solidFill>
      </p:bgPr>
    </p:bg>
    <p:spTree>
      <p:nvGrpSpPr>
        <p:cNvPr id="1" name=""/>
        <p:cNvGrpSpPr/>
        <p:nvPr/>
      </p:nvGrpSpPr>
      <p:grpSpPr>
        <a:xfrm>
          <a:off x="0" y="0"/>
          <a:ext cx="0" cy="0"/>
          <a:chOff x="0" y="0"/>
          <a:chExt cx="0" cy="0"/>
        </a:xfrm>
      </p:grpSpPr>
      <p:grpSp>
        <p:nvGrpSpPr>
          <p:cNvPr name="Group 2" id="2"/>
          <p:cNvGrpSpPr/>
          <p:nvPr/>
        </p:nvGrpSpPr>
        <p:grpSpPr>
          <a:xfrm rot="0">
            <a:off x="9779180" y="1619965"/>
            <a:ext cx="6884573" cy="7042789"/>
            <a:chOff x="0" y="0"/>
            <a:chExt cx="1066601" cy="1091112"/>
          </a:xfrm>
        </p:grpSpPr>
        <p:sp>
          <p:nvSpPr>
            <p:cNvPr name="Freeform 3" id="3"/>
            <p:cNvSpPr/>
            <p:nvPr/>
          </p:nvSpPr>
          <p:spPr>
            <a:xfrm flipH="false" flipV="false" rot="0">
              <a:off x="0" y="0"/>
              <a:ext cx="1066601" cy="1091112"/>
            </a:xfrm>
            <a:custGeom>
              <a:avLst/>
              <a:gdLst/>
              <a:ahLst/>
              <a:cxnLst/>
              <a:rect r="r" b="b" t="t" l="l"/>
              <a:pathLst>
                <a:path h="1091112" w="1066601">
                  <a:moveTo>
                    <a:pt x="0" y="0"/>
                  </a:moveTo>
                  <a:lnTo>
                    <a:pt x="1066601" y="0"/>
                  </a:lnTo>
                  <a:lnTo>
                    <a:pt x="1066601" y="1091112"/>
                  </a:lnTo>
                  <a:lnTo>
                    <a:pt x="0" y="1091112"/>
                  </a:lnTo>
                  <a:close/>
                </a:path>
              </a:pathLst>
            </a:custGeom>
            <a:blipFill>
              <a:blip r:embed="rId2"/>
              <a:stretch>
                <a:fillRect l="0" t="-43391" r="0" b="-3238"/>
              </a:stretch>
            </a:blipFill>
          </p:spPr>
        </p:sp>
      </p:grpSp>
      <p:sp>
        <p:nvSpPr>
          <p:cNvPr name="TextBox 4" id="4"/>
          <p:cNvSpPr txBox="true"/>
          <p:nvPr/>
        </p:nvSpPr>
        <p:spPr>
          <a:xfrm rot="0">
            <a:off x="1624247" y="4267795"/>
            <a:ext cx="7519753" cy="3801237"/>
          </a:xfrm>
          <a:prstGeom prst="rect">
            <a:avLst/>
          </a:prstGeom>
        </p:spPr>
        <p:txBody>
          <a:bodyPr anchor="t" rtlCol="false" tIns="0" lIns="0" bIns="0" rIns="0">
            <a:spAutoFit/>
          </a:bodyPr>
          <a:lstStyle/>
          <a:p>
            <a:pPr algn="l">
              <a:lnSpc>
                <a:spcPts val="3024"/>
              </a:lnSpc>
            </a:pPr>
            <a:r>
              <a:rPr lang="en-US" sz="2400" spc="98">
                <a:solidFill>
                  <a:srgbClr val="000000"/>
                </a:solidFill>
                <a:latin typeface="Montserrat"/>
                <a:ea typeface="Montserrat"/>
                <a:cs typeface="Montserrat"/>
                <a:sym typeface="Montserrat"/>
              </a:rPr>
              <a:t>Lorem ipsum dol</a:t>
            </a:r>
            <a:r>
              <a:rPr lang="en-US" sz="2400" spc="98">
                <a:solidFill>
                  <a:srgbClr val="000000"/>
                </a:solidFill>
                <a:latin typeface="Montserrat"/>
                <a:ea typeface="Montserrat"/>
                <a:cs typeface="Montserrat"/>
                <a:sym typeface="Montserrat"/>
              </a:rPr>
              <a:t>or sit amet, consectetur adipiscing elit. Maecenas bibendum ornare lobortis. Sed et tortor eu neque iaculis pharetra vel ut ex. Nullam dignissim arcu id purus commodo, quis pulvinar nisl consequat. Aliquam aliquam mi justo, eu dignissim justo dapibus sed. Duis varius felis quis velit efficitur, sit amet tempus nunc fermentum. Cras at neque enim. In id semper erat. </a:t>
            </a:r>
          </a:p>
        </p:txBody>
      </p:sp>
      <p:sp>
        <p:nvSpPr>
          <p:cNvPr name="TextBox 5" id="5"/>
          <p:cNvSpPr txBox="true"/>
          <p:nvPr/>
        </p:nvSpPr>
        <p:spPr>
          <a:xfrm rot="0">
            <a:off x="1624247" y="3190592"/>
            <a:ext cx="7036528" cy="414827"/>
          </a:xfrm>
          <a:prstGeom prst="rect">
            <a:avLst/>
          </a:prstGeom>
        </p:spPr>
        <p:txBody>
          <a:bodyPr anchor="t" rtlCol="false" tIns="0" lIns="0" bIns="0" rIns="0">
            <a:spAutoFit/>
          </a:bodyPr>
          <a:lstStyle/>
          <a:p>
            <a:pPr algn="l" marL="0" indent="0" lvl="0">
              <a:lnSpc>
                <a:spcPts val="3206"/>
              </a:lnSpc>
              <a:spcBef>
                <a:spcPct val="0"/>
              </a:spcBef>
            </a:pPr>
            <a:r>
              <a:rPr lang="en-US" b="true" sz="3206" i="true">
                <a:solidFill>
                  <a:srgbClr val="000000"/>
                </a:solidFill>
                <a:latin typeface="Montserrat Ultra-Bold Italics"/>
                <a:ea typeface="Montserrat Ultra-Bold Italics"/>
                <a:cs typeface="Montserrat Ultra-Bold Italics"/>
                <a:sym typeface="Montserrat Ultra-Bold Italics"/>
              </a:rPr>
              <a:t>PROYECTO 4</a:t>
            </a:r>
          </a:p>
        </p:txBody>
      </p:sp>
      <p:sp>
        <p:nvSpPr>
          <p:cNvPr name="TextBox 6" id="6"/>
          <p:cNvSpPr txBox="true"/>
          <p:nvPr/>
        </p:nvSpPr>
        <p:spPr>
          <a:xfrm rot="0">
            <a:off x="1624247" y="3719158"/>
            <a:ext cx="6388786" cy="330200"/>
          </a:xfrm>
          <a:prstGeom prst="rect">
            <a:avLst/>
          </a:prstGeom>
        </p:spPr>
        <p:txBody>
          <a:bodyPr anchor="t" rtlCol="false" tIns="0" lIns="0" bIns="0" rIns="0">
            <a:spAutoFit/>
          </a:bodyPr>
          <a:lstStyle/>
          <a:p>
            <a:pPr algn="l" marL="0" indent="0" lvl="0">
              <a:lnSpc>
                <a:spcPts val="2500"/>
              </a:lnSpc>
              <a:spcBef>
                <a:spcPct val="0"/>
              </a:spcBef>
            </a:pPr>
            <a:r>
              <a:rPr lang="en-US" b="true" sz="2500" i="true">
                <a:solidFill>
                  <a:srgbClr val="000000"/>
                </a:solidFill>
                <a:latin typeface="Montserrat Semi-Bold Italics"/>
                <a:ea typeface="Montserrat Semi-Bold Italics"/>
                <a:cs typeface="Montserrat Semi-Bold Italics"/>
                <a:sym typeface="Montserrat Semi-Bold Italics"/>
              </a:rPr>
              <a:t>Lo de María</a:t>
            </a:r>
          </a:p>
        </p:txBody>
      </p:sp>
      <p:sp>
        <p:nvSpPr>
          <p:cNvPr name="TextBox 7" id="7"/>
          <p:cNvSpPr txBox="true"/>
          <p:nvPr/>
        </p:nvSpPr>
        <p:spPr>
          <a:xfrm rot="0">
            <a:off x="1624247" y="8417008"/>
            <a:ext cx="1228943" cy="245745"/>
          </a:xfrm>
          <a:prstGeom prst="rect">
            <a:avLst/>
          </a:prstGeom>
        </p:spPr>
        <p:txBody>
          <a:bodyPr anchor="t" rtlCol="false" tIns="0" lIns="0" bIns="0" rIns="0">
            <a:spAutoFit/>
          </a:bodyPr>
          <a:lstStyle/>
          <a:p>
            <a:pPr algn="l" marL="0" indent="0" lvl="0">
              <a:lnSpc>
                <a:spcPts val="1800"/>
              </a:lnSpc>
              <a:spcBef>
                <a:spcPct val="0"/>
              </a:spcBef>
            </a:pPr>
            <a:r>
              <a:rPr lang="en-US" b="true" sz="1800">
                <a:solidFill>
                  <a:srgbClr val="000000"/>
                </a:solidFill>
                <a:latin typeface="Montserrat Semi-Bold"/>
                <a:ea typeface="Montserrat Semi-Bold"/>
                <a:cs typeface="Montserrat Semi-Bold"/>
                <a:sym typeface="Montserrat Semi-Bold"/>
              </a:rPr>
              <a:t>FECHA:</a:t>
            </a:r>
          </a:p>
        </p:txBody>
      </p:sp>
      <p:sp>
        <p:nvSpPr>
          <p:cNvPr name="TextBox 8" id="8"/>
          <p:cNvSpPr txBox="true"/>
          <p:nvPr/>
        </p:nvSpPr>
        <p:spPr>
          <a:xfrm rot="0">
            <a:off x="2853190" y="8417008"/>
            <a:ext cx="4114960" cy="245745"/>
          </a:xfrm>
          <a:prstGeom prst="rect">
            <a:avLst/>
          </a:prstGeom>
        </p:spPr>
        <p:txBody>
          <a:bodyPr anchor="t" rtlCol="false" tIns="0" lIns="0" bIns="0" rIns="0">
            <a:spAutoFit/>
          </a:bodyPr>
          <a:lstStyle/>
          <a:p>
            <a:pPr algn="l" marL="0" indent="0" lvl="0">
              <a:lnSpc>
                <a:spcPts val="1800"/>
              </a:lnSpc>
              <a:spcBef>
                <a:spcPct val="0"/>
              </a:spcBef>
            </a:pPr>
            <a:r>
              <a:rPr lang="en-US" sz="1800">
                <a:solidFill>
                  <a:srgbClr val="000000"/>
                </a:solidFill>
                <a:latin typeface="Montserrat"/>
                <a:ea typeface="Montserrat"/>
                <a:cs typeface="Montserrat"/>
                <a:sym typeface="Montserrat"/>
              </a:rPr>
              <a:t>22/7/2023</a:t>
            </a:r>
          </a:p>
        </p:txBody>
      </p:sp>
      <p:sp>
        <p:nvSpPr>
          <p:cNvPr name="TextBox 9" id="9"/>
          <p:cNvSpPr txBox="true"/>
          <p:nvPr/>
        </p:nvSpPr>
        <p:spPr>
          <a:xfrm rot="0">
            <a:off x="1624247" y="1351933"/>
            <a:ext cx="3137258" cy="268031"/>
          </a:xfrm>
          <a:prstGeom prst="rect">
            <a:avLst/>
          </a:prstGeom>
        </p:spPr>
        <p:txBody>
          <a:bodyPr anchor="t" rtlCol="false" tIns="0" lIns="0" bIns="0" rIns="0">
            <a:spAutoFit/>
          </a:bodyPr>
          <a:lstStyle/>
          <a:p>
            <a:pPr algn="l">
              <a:lnSpc>
                <a:spcPts val="2155"/>
              </a:lnSpc>
            </a:pPr>
            <a:r>
              <a:rPr lang="en-US" sz="1710" spc="70">
                <a:solidFill>
                  <a:srgbClr val="000000"/>
                </a:solidFill>
                <a:latin typeface="Montserrat"/>
                <a:ea typeface="Montserrat"/>
                <a:cs typeface="Montserrat"/>
                <a:sym typeface="Montserrat"/>
              </a:rPr>
              <a:t>4 | ESTUDIO BORCELLE</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AFAFA"/>
        </a:solidFill>
      </p:bgPr>
    </p:bg>
    <p:spTree>
      <p:nvGrpSpPr>
        <p:cNvPr id="1" name=""/>
        <p:cNvGrpSpPr/>
        <p:nvPr/>
      </p:nvGrpSpPr>
      <p:grpSpPr>
        <a:xfrm>
          <a:off x="0" y="0"/>
          <a:ext cx="0" cy="0"/>
          <a:chOff x="0" y="0"/>
          <a:chExt cx="0" cy="0"/>
        </a:xfrm>
      </p:grpSpPr>
      <p:grpSp>
        <p:nvGrpSpPr>
          <p:cNvPr name="Group 2" id="2"/>
          <p:cNvGrpSpPr/>
          <p:nvPr/>
        </p:nvGrpSpPr>
        <p:grpSpPr>
          <a:xfrm rot="0">
            <a:off x="1624247" y="1622456"/>
            <a:ext cx="4849419" cy="3385271"/>
            <a:chOff x="0" y="0"/>
            <a:chExt cx="751302" cy="524467"/>
          </a:xfrm>
        </p:grpSpPr>
        <p:sp>
          <p:nvSpPr>
            <p:cNvPr name="Freeform 3" id="3"/>
            <p:cNvSpPr/>
            <p:nvPr/>
          </p:nvSpPr>
          <p:spPr>
            <a:xfrm flipH="false" flipV="false" rot="0">
              <a:off x="0" y="0"/>
              <a:ext cx="751302" cy="524467"/>
            </a:xfrm>
            <a:custGeom>
              <a:avLst/>
              <a:gdLst/>
              <a:ahLst/>
              <a:cxnLst/>
              <a:rect r="r" b="b" t="t" l="l"/>
              <a:pathLst>
                <a:path h="524467" w="751302">
                  <a:moveTo>
                    <a:pt x="0" y="0"/>
                  </a:moveTo>
                  <a:lnTo>
                    <a:pt x="751302" y="0"/>
                  </a:lnTo>
                  <a:lnTo>
                    <a:pt x="751302" y="524467"/>
                  </a:lnTo>
                  <a:lnTo>
                    <a:pt x="0" y="524467"/>
                  </a:lnTo>
                  <a:close/>
                </a:path>
              </a:pathLst>
            </a:custGeom>
            <a:blipFill>
              <a:blip r:embed="rId2"/>
              <a:stretch>
                <a:fillRect l="-2355" t="0" r="-2355" b="0"/>
              </a:stretch>
            </a:blipFill>
          </p:spPr>
        </p:sp>
      </p:grpSp>
      <p:grpSp>
        <p:nvGrpSpPr>
          <p:cNvPr name="Group 4" id="4"/>
          <p:cNvGrpSpPr/>
          <p:nvPr/>
        </p:nvGrpSpPr>
        <p:grpSpPr>
          <a:xfrm rot="0">
            <a:off x="1624247" y="5277482"/>
            <a:ext cx="4849419" cy="3385271"/>
            <a:chOff x="0" y="0"/>
            <a:chExt cx="751302" cy="524467"/>
          </a:xfrm>
        </p:grpSpPr>
        <p:sp>
          <p:nvSpPr>
            <p:cNvPr name="Freeform 5" id="5"/>
            <p:cNvSpPr/>
            <p:nvPr/>
          </p:nvSpPr>
          <p:spPr>
            <a:xfrm flipH="false" flipV="false" rot="0">
              <a:off x="0" y="0"/>
              <a:ext cx="751302" cy="524467"/>
            </a:xfrm>
            <a:custGeom>
              <a:avLst/>
              <a:gdLst/>
              <a:ahLst/>
              <a:cxnLst/>
              <a:rect r="r" b="b" t="t" l="l"/>
              <a:pathLst>
                <a:path h="524467" w="751302">
                  <a:moveTo>
                    <a:pt x="0" y="0"/>
                  </a:moveTo>
                  <a:lnTo>
                    <a:pt x="751302" y="0"/>
                  </a:lnTo>
                  <a:lnTo>
                    <a:pt x="751302" y="524467"/>
                  </a:lnTo>
                  <a:lnTo>
                    <a:pt x="0" y="524467"/>
                  </a:lnTo>
                  <a:close/>
                </a:path>
              </a:pathLst>
            </a:custGeom>
            <a:blipFill>
              <a:blip r:embed="rId3"/>
              <a:stretch>
                <a:fillRect l="-2355" t="0" r="-2355" b="0"/>
              </a:stretch>
            </a:blipFill>
          </p:spPr>
        </p:sp>
      </p:grpSp>
      <p:grpSp>
        <p:nvGrpSpPr>
          <p:cNvPr name="Group 6" id="6"/>
          <p:cNvGrpSpPr/>
          <p:nvPr/>
        </p:nvGrpSpPr>
        <p:grpSpPr>
          <a:xfrm rot="0">
            <a:off x="6717417" y="1622456"/>
            <a:ext cx="4849419" cy="3385271"/>
            <a:chOff x="0" y="0"/>
            <a:chExt cx="751302" cy="524467"/>
          </a:xfrm>
        </p:grpSpPr>
        <p:sp>
          <p:nvSpPr>
            <p:cNvPr name="Freeform 7" id="7"/>
            <p:cNvSpPr/>
            <p:nvPr/>
          </p:nvSpPr>
          <p:spPr>
            <a:xfrm flipH="false" flipV="false" rot="0">
              <a:off x="0" y="0"/>
              <a:ext cx="751302" cy="524467"/>
            </a:xfrm>
            <a:custGeom>
              <a:avLst/>
              <a:gdLst/>
              <a:ahLst/>
              <a:cxnLst/>
              <a:rect r="r" b="b" t="t" l="l"/>
              <a:pathLst>
                <a:path h="524467" w="751302">
                  <a:moveTo>
                    <a:pt x="0" y="0"/>
                  </a:moveTo>
                  <a:lnTo>
                    <a:pt x="751302" y="0"/>
                  </a:lnTo>
                  <a:lnTo>
                    <a:pt x="751302" y="524467"/>
                  </a:lnTo>
                  <a:lnTo>
                    <a:pt x="0" y="524467"/>
                  </a:lnTo>
                  <a:close/>
                </a:path>
              </a:pathLst>
            </a:custGeom>
            <a:blipFill>
              <a:blip r:embed="rId4"/>
              <a:stretch>
                <a:fillRect l="-2355" t="0" r="-2355" b="0"/>
              </a:stretch>
            </a:blipFill>
          </p:spPr>
        </p:sp>
      </p:grpSp>
      <p:grpSp>
        <p:nvGrpSpPr>
          <p:cNvPr name="Group 8" id="8"/>
          <p:cNvGrpSpPr/>
          <p:nvPr/>
        </p:nvGrpSpPr>
        <p:grpSpPr>
          <a:xfrm rot="0">
            <a:off x="6717417" y="5277482"/>
            <a:ext cx="4849419" cy="3385271"/>
            <a:chOff x="0" y="0"/>
            <a:chExt cx="751302" cy="524467"/>
          </a:xfrm>
        </p:grpSpPr>
        <p:sp>
          <p:nvSpPr>
            <p:cNvPr name="Freeform 9" id="9"/>
            <p:cNvSpPr/>
            <p:nvPr/>
          </p:nvSpPr>
          <p:spPr>
            <a:xfrm flipH="false" flipV="false" rot="0">
              <a:off x="0" y="0"/>
              <a:ext cx="751302" cy="524467"/>
            </a:xfrm>
            <a:custGeom>
              <a:avLst/>
              <a:gdLst/>
              <a:ahLst/>
              <a:cxnLst/>
              <a:rect r="r" b="b" t="t" l="l"/>
              <a:pathLst>
                <a:path h="524467" w="751302">
                  <a:moveTo>
                    <a:pt x="0" y="0"/>
                  </a:moveTo>
                  <a:lnTo>
                    <a:pt x="751302" y="0"/>
                  </a:lnTo>
                  <a:lnTo>
                    <a:pt x="751302" y="524467"/>
                  </a:lnTo>
                  <a:lnTo>
                    <a:pt x="0" y="524467"/>
                  </a:lnTo>
                  <a:close/>
                </a:path>
              </a:pathLst>
            </a:custGeom>
            <a:blipFill>
              <a:blip r:embed="rId5"/>
              <a:stretch>
                <a:fillRect l="-2355" t="0" r="-2355" b="0"/>
              </a:stretch>
            </a:blipFill>
          </p:spPr>
        </p:sp>
      </p:grpSp>
      <p:grpSp>
        <p:nvGrpSpPr>
          <p:cNvPr name="Group 10" id="10"/>
          <p:cNvGrpSpPr/>
          <p:nvPr/>
        </p:nvGrpSpPr>
        <p:grpSpPr>
          <a:xfrm rot="0">
            <a:off x="11814334" y="1622456"/>
            <a:ext cx="4849419" cy="3385271"/>
            <a:chOff x="0" y="0"/>
            <a:chExt cx="751302" cy="524467"/>
          </a:xfrm>
        </p:grpSpPr>
        <p:sp>
          <p:nvSpPr>
            <p:cNvPr name="Freeform 11" id="11"/>
            <p:cNvSpPr/>
            <p:nvPr/>
          </p:nvSpPr>
          <p:spPr>
            <a:xfrm flipH="false" flipV="false" rot="0">
              <a:off x="0" y="0"/>
              <a:ext cx="751302" cy="524467"/>
            </a:xfrm>
            <a:custGeom>
              <a:avLst/>
              <a:gdLst/>
              <a:ahLst/>
              <a:cxnLst/>
              <a:rect r="r" b="b" t="t" l="l"/>
              <a:pathLst>
                <a:path h="524467" w="751302">
                  <a:moveTo>
                    <a:pt x="0" y="0"/>
                  </a:moveTo>
                  <a:lnTo>
                    <a:pt x="751302" y="0"/>
                  </a:lnTo>
                  <a:lnTo>
                    <a:pt x="751302" y="524467"/>
                  </a:lnTo>
                  <a:lnTo>
                    <a:pt x="0" y="524467"/>
                  </a:lnTo>
                  <a:close/>
                </a:path>
              </a:pathLst>
            </a:custGeom>
            <a:blipFill>
              <a:blip r:embed="rId6"/>
              <a:stretch>
                <a:fillRect l="-2355" t="0" r="-2355" b="0"/>
              </a:stretch>
            </a:blipFill>
          </p:spPr>
        </p:sp>
      </p:grpSp>
      <p:grpSp>
        <p:nvGrpSpPr>
          <p:cNvPr name="Group 12" id="12"/>
          <p:cNvGrpSpPr/>
          <p:nvPr/>
        </p:nvGrpSpPr>
        <p:grpSpPr>
          <a:xfrm rot="0">
            <a:off x="11814334" y="5277482"/>
            <a:ext cx="4849419" cy="3385271"/>
            <a:chOff x="0" y="0"/>
            <a:chExt cx="751302" cy="524467"/>
          </a:xfrm>
        </p:grpSpPr>
        <p:sp>
          <p:nvSpPr>
            <p:cNvPr name="Freeform 13" id="13"/>
            <p:cNvSpPr/>
            <p:nvPr/>
          </p:nvSpPr>
          <p:spPr>
            <a:xfrm flipH="false" flipV="false" rot="0">
              <a:off x="0" y="0"/>
              <a:ext cx="751302" cy="524467"/>
            </a:xfrm>
            <a:custGeom>
              <a:avLst/>
              <a:gdLst/>
              <a:ahLst/>
              <a:cxnLst/>
              <a:rect r="r" b="b" t="t" l="l"/>
              <a:pathLst>
                <a:path h="524467" w="751302">
                  <a:moveTo>
                    <a:pt x="0" y="0"/>
                  </a:moveTo>
                  <a:lnTo>
                    <a:pt x="751302" y="0"/>
                  </a:lnTo>
                  <a:lnTo>
                    <a:pt x="751302" y="524467"/>
                  </a:lnTo>
                  <a:lnTo>
                    <a:pt x="0" y="524467"/>
                  </a:lnTo>
                  <a:close/>
                </a:path>
              </a:pathLst>
            </a:custGeom>
            <a:blipFill>
              <a:blip r:embed="rId7"/>
              <a:stretch>
                <a:fillRect l="-2355" t="0" r="-2355" b="0"/>
              </a:stretch>
            </a:blipFill>
          </p:spPr>
        </p:sp>
      </p:gr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AFAFA"/>
        </a:solidFill>
      </p:bgPr>
    </p:bg>
    <p:spTree>
      <p:nvGrpSpPr>
        <p:cNvPr id="1" name=""/>
        <p:cNvGrpSpPr/>
        <p:nvPr/>
      </p:nvGrpSpPr>
      <p:grpSpPr>
        <a:xfrm>
          <a:off x="0" y="0"/>
          <a:ext cx="0" cy="0"/>
          <a:chOff x="0" y="0"/>
          <a:chExt cx="0" cy="0"/>
        </a:xfrm>
      </p:grpSpPr>
      <p:grpSp>
        <p:nvGrpSpPr>
          <p:cNvPr name="Group 2" id="2"/>
          <p:cNvGrpSpPr/>
          <p:nvPr/>
        </p:nvGrpSpPr>
        <p:grpSpPr>
          <a:xfrm rot="0">
            <a:off x="1624247" y="1619965"/>
            <a:ext cx="15039506" cy="3202099"/>
            <a:chOff x="0" y="0"/>
            <a:chExt cx="1120368" cy="238540"/>
          </a:xfrm>
        </p:grpSpPr>
        <p:sp>
          <p:nvSpPr>
            <p:cNvPr name="Freeform 3" id="3"/>
            <p:cNvSpPr/>
            <p:nvPr/>
          </p:nvSpPr>
          <p:spPr>
            <a:xfrm flipH="false" flipV="false" rot="0">
              <a:off x="0" y="0"/>
              <a:ext cx="1120368" cy="238540"/>
            </a:xfrm>
            <a:custGeom>
              <a:avLst/>
              <a:gdLst/>
              <a:ahLst/>
              <a:cxnLst/>
              <a:rect r="r" b="b" t="t" l="l"/>
              <a:pathLst>
                <a:path h="238540" w="1120368">
                  <a:moveTo>
                    <a:pt x="0" y="0"/>
                  </a:moveTo>
                  <a:lnTo>
                    <a:pt x="1120368" y="0"/>
                  </a:lnTo>
                  <a:lnTo>
                    <a:pt x="1120368" y="238540"/>
                  </a:lnTo>
                  <a:lnTo>
                    <a:pt x="0" y="238540"/>
                  </a:lnTo>
                  <a:close/>
                </a:path>
              </a:pathLst>
            </a:custGeom>
            <a:blipFill>
              <a:blip r:embed="rId2"/>
              <a:stretch>
                <a:fillRect l="0" t="-106558" r="0" b="-106558"/>
              </a:stretch>
            </a:blipFill>
          </p:spPr>
        </p:sp>
      </p:grpSp>
      <p:sp>
        <p:nvSpPr>
          <p:cNvPr name="TextBox 4" id="4"/>
          <p:cNvSpPr txBox="true"/>
          <p:nvPr/>
        </p:nvSpPr>
        <p:spPr>
          <a:xfrm rot="0">
            <a:off x="1624247" y="6287377"/>
            <a:ext cx="14353878" cy="1896237"/>
          </a:xfrm>
          <a:prstGeom prst="rect">
            <a:avLst/>
          </a:prstGeom>
        </p:spPr>
        <p:txBody>
          <a:bodyPr anchor="t" rtlCol="false" tIns="0" lIns="0" bIns="0" rIns="0">
            <a:spAutoFit/>
          </a:bodyPr>
          <a:lstStyle/>
          <a:p>
            <a:pPr algn="l">
              <a:lnSpc>
                <a:spcPts val="3024"/>
              </a:lnSpc>
            </a:pPr>
            <a:r>
              <a:rPr lang="en-US" sz="2400" spc="98">
                <a:solidFill>
                  <a:srgbClr val="000000"/>
                </a:solidFill>
                <a:latin typeface="Montserrat"/>
                <a:ea typeface="Montserrat"/>
                <a:cs typeface="Montserrat"/>
                <a:sym typeface="Montserrat"/>
              </a:rPr>
              <a:t>Lorem ipsum dol</a:t>
            </a:r>
            <a:r>
              <a:rPr lang="en-US" sz="2400" spc="98">
                <a:solidFill>
                  <a:srgbClr val="000000"/>
                </a:solidFill>
                <a:latin typeface="Montserrat"/>
                <a:ea typeface="Montserrat"/>
                <a:cs typeface="Montserrat"/>
                <a:sym typeface="Montserrat"/>
              </a:rPr>
              <a:t>or sit amet, consectetur adipiscing elit. Maecenas bibendum ornare lobortis. Sed et tortor eu neque iaculis pharetra vel ut ex. Nullam dignissim arcu id purus commodo, quis pulvinar nisl consequat. Aliquam aliquam mi justo, eu dignissim justo dapibus sed. Duis varius felis quis velit efficitur, sit amet tempus nunc fermentum. Cras at neque enim. In id semper erat. </a:t>
            </a:r>
          </a:p>
        </p:txBody>
      </p:sp>
      <p:sp>
        <p:nvSpPr>
          <p:cNvPr name="TextBox 5" id="5"/>
          <p:cNvSpPr txBox="true"/>
          <p:nvPr/>
        </p:nvSpPr>
        <p:spPr>
          <a:xfrm rot="0">
            <a:off x="1624247" y="5210175"/>
            <a:ext cx="13431487" cy="414827"/>
          </a:xfrm>
          <a:prstGeom prst="rect">
            <a:avLst/>
          </a:prstGeom>
        </p:spPr>
        <p:txBody>
          <a:bodyPr anchor="t" rtlCol="false" tIns="0" lIns="0" bIns="0" rIns="0">
            <a:spAutoFit/>
          </a:bodyPr>
          <a:lstStyle/>
          <a:p>
            <a:pPr algn="l" marL="0" indent="0" lvl="0">
              <a:lnSpc>
                <a:spcPts val="3206"/>
              </a:lnSpc>
              <a:spcBef>
                <a:spcPct val="0"/>
              </a:spcBef>
            </a:pPr>
            <a:r>
              <a:rPr lang="en-US" b="true" sz="3206" i="true">
                <a:solidFill>
                  <a:srgbClr val="000000"/>
                </a:solidFill>
                <a:latin typeface="Montserrat Ultra-Bold Italics"/>
                <a:ea typeface="Montserrat Ultra-Bold Italics"/>
                <a:cs typeface="Montserrat Ultra-Bold Italics"/>
                <a:sym typeface="Montserrat Ultra-Bold Italics"/>
              </a:rPr>
              <a:t>PROYECTO 5</a:t>
            </a:r>
          </a:p>
        </p:txBody>
      </p:sp>
      <p:sp>
        <p:nvSpPr>
          <p:cNvPr name="TextBox 6" id="6"/>
          <p:cNvSpPr txBox="true"/>
          <p:nvPr/>
        </p:nvSpPr>
        <p:spPr>
          <a:xfrm rot="0">
            <a:off x="1624247" y="5738741"/>
            <a:ext cx="12195063" cy="330200"/>
          </a:xfrm>
          <a:prstGeom prst="rect">
            <a:avLst/>
          </a:prstGeom>
        </p:spPr>
        <p:txBody>
          <a:bodyPr anchor="t" rtlCol="false" tIns="0" lIns="0" bIns="0" rIns="0">
            <a:spAutoFit/>
          </a:bodyPr>
          <a:lstStyle/>
          <a:p>
            <a:pPr algn="l" marL="0" indent="0" lvl="0">
              <a:lnSpc>
                <a:spcPts val="2500"/>
              </a:lnSpc>
              <a:spcBef>
                <a:spcPct val="0"/>
              </a:spcBef>
            </a:pPr>
            <a:r>
              <a:rPr lang="en-US" b="true" sz="2500" i="true">
                <a:solidFill>
                  <a:srgbClr val="000000"/>
                </a:solidFill>
                <a:latin typeface="Montserrat Semi-Bold Italics"/>
                <a:ea typeface="Montserrat Semi-Bold Italics"/>
                <a:cs typeface="Montserrat Semi-Bold Italics"/>
                <a:sym typeface="Montserrat Semi-Bold Italics"/>
              </a:rPr>
              <a:t>Vibras</a:t>
            </a:r>
          </a:p>
        </p:txBody>
      </p:sp>
      <p:sp>
        <p:nvSpPr>
          <p:cNvPr name="TextBox 7" id="7"/>
          <p:cNvSpPr txBox="true"/>
          <p:nvPr/>
        </p:nvSpPr>
        <p:spPr>
          <a:xfrm rot="0">
            <a:off x="1624247" y="8417008"/>
            <a:ext cx="1245685" cy="245745"/>
          </a:xfrm>
          <a:prstGeom prst="rect">
            <a:avLst/>
          </a:prstGeom>
        </p:spPr>
        <p:txBody>
          <a:bodyPr anchor="t" rtlCol="false" tIns="0" lIns="0" bIns="0" rIns="0">
            <a:spAutoFit/>
          </a:bodyPr>
          <a:lstStyle/>
          <a:p>
            <a:pPr algn="l" marL="0" indent="0" lvl="0">
              <a:lnSpc>
                <a:spcPts val="1800"/>
              </a:lnSpc>
              <a:spcBef>
                <a:spcPct val="0"/>
              </a:spcBef>
            </a:pPr>
            <a:r>
              <a:rPr lang="en-US" b="true" sz="1800">
                <a:solidFill>
                  <a:srgbClr val="000000"/>
                </a:solidFill>
                <a:latin typeface="Montserrat Semi-Bold"/>
                <a:ea typeface="Montserrat Semi-Bold"/>
                <a:cs typeface="Montserrat Semi-Bold"/>
                <a:sym typeface="Montserrat Semi-Bold"/>
              </a:rPr>
              <a:t>FECHA:</a:t>
            </a:r>
          </a:p>
        </p:txBody>
      </p:sp>
      <p:sp>
        <p:nvSpPr>
          <p:cNvPr name="TextBox 8" id="8"/>
          <p:cNvSpPr txBox="true"/>
          <p:nvPr/>
        </p:nvSpPr>
        <p:spPr>
          <a:xfrm rot="0">
            <a:off x="2704155" y="8417008"/>
            <a:ext cx="7854731" cy="245745"/>
          </a:xfrm>
          <a:prstGeom prst="rect">
            <a:avLst/>
          </a:prstGeom>
        </p:spPr>
        <p:txBody>
          <a:bodyPr anchor="t" rtlCol="false" tIns="0" lIns="0" bIns="0" rIns="0">
            <a:spAutoFit/>
          </a:bodyPr>
          <a:lstStyle/>
          <a:p>
            <a:pPr algn="l" marL="0" indent="0" lvl="0">
              <a:lnSpc>
                <a:spcPts val="1800"/>
              </a:lnSpc>
              <a:spcBef>
                <a:spcPct val="0"/>
              </a:spcBef>
            </a:pPr>
            <a:r>
              <a:rPr lang="en-US" sz="1800">
                <a:solidFill>
                  <a:srgbClr val="000000"/>
                </a:solidFill>
                <a:latin typeface="Montserrat"/>
                <a:ea typeface="Montserrat"/>
                <a:cs typeface="Montserrat"/>
                <a:sym typeface="Montserrat"/>
              </a:rPr>
              <a:t>24/10/2021</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AFAFA"/>
        </a:solidFill>
      </p:bgPr>
    </p:bg>
    <p:spTree>
      <p:nvGrpSpPr>
        <p:cNvPr id="1" name=""/>
        <p:cNvGrpSpPr/>
        <p:nvPr/>
      </p:nvGrpSpPr>
      <p:grpSpPr>
        <a:xfrm>
          <a:off x="0" y="0"/>
          <a:ext cx="0" cy="0"/>
          <a:chOff x="0" y="0"/>
          <a:chExt cx="0" cy="0"/>
        </a:xfrm>
      </p:grpSpPr>
      <p:grpSp>
        <p:nvGrpSpPr>
          <p:cNvPr name="Group 2" id="2"/>
          <p:cNvGrpSpPr/>
          <p:nvPr/>
        </p:nvGrpSpPr>
        <p:grpSpPr>
          <a:xfrm rot="0">
            <a:off x="1624247" y="1622456"/>
            <a:ext cx="15039506" cy="7040297"/>
            <a:chOff x="0" y="0"/>
            <a:chExt cx="1120368" cy="524467"/>
          </a:xfrm>
        </p:grpSpPr>
        <p:sp>
          <p:nvSpPr>
            <p:cNvPr name="Freeform 3" id="3"/>
            <p:cNvSpPr/>
            <p:nvPr/>
          </p:nvSpPr>
          <p:spPr>
            <a:xfrm flipH="false" flipV="false" rot="0">
              <a:off x="0" y="0"/>
              <a:ext cx="1120368" cy="524467"/>
            </a:xfrm>
            <a:custGeom>
              <a:avLst/>
              <a:gdLst/>
              <a:ahLst/>
              <a:cxnLst/>
              <a:rect r="r" b="b" t="t" l="l"/>
              <a:pathLst>
                <a:path h="524467" w="1120368">
                  <a:moveTo>
                    <a:pt x="0" y="0"/>
                  </a:moveTo>
                  <a:lnTo>
                    <a:pt x="1120368" y="0"/>
                  </a:lnTo>
                  <a:lnTo>
                    <a:pt x="1120368" y="524467"/>
                  </a:lnTo>
                  <a:lnTo>
                    <a:pt x="0" y="524467"/>
                  </a:lnTo>
                  <a:close/>
                </a:path>
              </a:pathLst>
            </a:custGeom>
            <a:blipFill>
              <a:blip r:embed="rId2"/>
              <a:stretch>
                <a:fillRect l="0" t="-110215" r="0" b="-110215"/>
              </a:stretch>
            </a:blipFill>
          </p:spPr>
        </p:sp>
      </p:grpSp>
    </p:spTree>
  </p:cSld>
  <p:clrMapOvr>
    <a:masterClrMapping/>
  </p:clrMapOvr>
</p:sld>
</file>

<file path=ppt/slides/slide15.xml><?xml version="1.0" encoding="utf-8"?>
<p:sld xmlns:p="http://schemas.openxmlformats.org/presentationml/2006/main" xmlns:a="http://schemas.openxmlformats.org/drawingml/2006/main">
  <p:cSld>
    <p:bg>
      <p:bgPr>
        <a:solidFill>
          <a:srgbClr val="FAFAFA"/>
        </a:solidFill>
      </p:bgPr>
    </p:bg>
    <p:spTree>
      <p:nvGrpSpPr>
        <p:cNvPr id="1" name=""/>
        <p:cNvGrpSpPr/>
        <p:nvPr/>
      </p:nvGrpSpPr>
      <p:grpSpPr>
        <a:xfrm>
          <a:off x="0" y="0"/>
          <a:ext cx="0" cy="0"/>
          <a:chOff x="0" y="0"/>
          <a:chExt cx="0" cy="0"/>
        </a:xfrm>
      </p:grpSpPr>
      <p:sp>
        <p:nvSpPr>
          <p:cNvPr name="AutoShape 2" id="2"/>
          <p:cNvSpPr/>
          <p:nvPr/>
        </p:nvSpPr>
        <p:spPr>
          <a:xfrm flipV="true">
            <a:off x="1624247" y="6856456"/>
            <a:ext cx="1555561" cy="0"/>
          </a:xfrm>
          <a:prstGeom prst="line">
            <a:avLst/>
          </a:prstGeom>
          <a:ln cap="flat" w="28575">
            <a:solidFill>
              <a:srgbClr val="000000"/>
            </a:solidFill>
            <a:prstDash val="solid"/>
            <a:headEnd type="none" len="sm" w="sm"/>
            <a:tailEnd type="none" len="sm" w="sm"/>
          </a:ln>
        </p:spPr>
      </p:sp>
      <p:sp>
        <p:nvSpPr>
          <p:cNvPr name="TextBox 3" id="3"/>
          <p:cNvSpPr txBox="true"/>
          <p:nvPr/>
        </p:nvSpPr>
        <p:spPr>
          <a:xfrm rot="0">
            <a:off x="1624247" y="7013511"/>
            <a:ext cx="7519753" cy="372237"/>
          </a:xfrm>
          <a:prstGeom prst="rect">
            <a:avLst/>
          </a:prstGeom>
        </p:spPr>
        <p:txBody>
          <a:bodyPr anchor="t" rtlCol="false" tIns="0" lIns="0" bIns="0" rIns="0">
            <a:spAutoFit/>
          </a:bodyPr>
          <a:lstStyle/>
          <a:p>
            <a:pPr algn="l">
              <a:lnSpc>
                <a:spcPts val="3024"/>
              </a:lnSpc>
            </a:pPr>
            <a:r>
              <a:rPr lang="en-US" b="true" sz="2400" i="true" spc="98">
                <a:solidFill>
                  <a:srgbClr val="000000"/>
                </a:solidFill>
                <a:latin typeface="Montserrat Medium Italics"/>
                <a:ea typeface="Montserrat Medium Italics"/>
                <a:cs typeface="Montserrat Medium Italics"/>
                <a:sym typeface="Montserrat Medium Italics"/>
              </a:rPr>
              <a:t>Grac</a:t>
            </a:r>
            <a:r>
              <a:rPr lang="en-US" b="true" sz="2400" i="true" spc="98">
                <a:solidFill>
                  <a:srgbClr val="000000"/>
                </a:solidFill>
                <a:latin typeface="Montserrat Medium Italics"/>
                <a:ea typeface="Montserrat Medium Italics"/>
                <a:cs typeface="Montserrat Medium Italics"/>
                <a:sym typeface="Montserrat Medium Italics"/>
              </a:rPr>
              <a:t>ias por tu tiempo. </a:t>
            </a:r>
          </a:p>
        </p:txBody>
      </p:sp>
      <p:sp>
        <p:nvSpPr>
          <p:cNvPr name="TextBox 4" id="4"/>
          <p:cNvSpPr txBox="true"/>
          <p:nvPr/>
        </p:nvSpPr>
        <p:spPr>
          <a:xfrm rot="0">
            <a:off x="1624247" y="7528516"/>
            <a:ext cx="7519753" cy="1134237"/>
          </a:xfrm>
          <a:prstGeom prst="rect">
            <a:avLst/>
          </a:prstGeom>
        </p:spPr>
        <p:txBody>
          <a:bodyPr anchor="t" rtlCol="false" tIns="0" lIns="0" bIns="0" rIns="0">
            <a:spAutoFit/>
          </a:bodyPr>
          <a:lstStyle/>
          <a:p>
            <a:pPr algn="l">
              <a:lnSpc>
                <a:spcPts val="3024"/>
              </a:lnSpc>
            </a:pPr>
            <a:r>
              <a:rPr lang="en-US" sz="2400" spc="98">
                <a:solidFill>
                  <a:srgbClr val="000000"/>
                </a:solidFill>
                <a:latin typeface="Montserrat"/>
                <a:ea typeface="Montserrat"/>
                <a:cs typeface="Montserrat"/>
                <a:sym typeface="Montserrat"/>
              </a:rPr>
              <a:t>Cada proyecto es una oportunidad para crear algo único y memorable. Espero poder colaborar contigo en el futuro.</a:t>
            </a:r>
          </a:p>
        </p:txBody>
      </p:sp>
      <p:sp>
        <p:nvSpPr>
          <p:cNvPr name="TextBox 5" id="5"/>
          <p:cNvSpPr txBox="true"/>
          <p:nvPr/>
        </p:nvSpPr>
        <p:spPr>
          <a:xfrm rot="0">
            <a:off x="12911264" y="1689135"/>
            <a:ext cx="3752489" cy="209582"/>
          </a:xfrm>
          <a:prstGeom prst="rect">
            <a:avLst/>
          </a:prstGeom>
        </p:spPr>
        <p:txBody>
          <a:bodyPr anchor="t" rtlCol="false" tIns="0" lIns="0" bIns="0" rIns="0">
            <a:spAutoFit/>
          </a:bodyPr>
          <a:lstStyle/>
          <a:p>
            <a:pPr algn="r">
              <a:lnSpc>
                <a:spcPts val="1501"/>
              </a:lnSpc>
            </a:pPr>
            <a:r>
              <a:rPr lang="en-US" b="true" sz="1501">
                <a:solidFill>
                  <a:srgbClr val="000000"/>
                </a:solidFill>
                <a:latin typeface="Montserrat Bold"/>
                <a:ea typeface="Montserrat Bold"/>
                <a:cs typeface="Montserrat Bold"/>
                <a:sym typeface="Montserrat Bold"/>
              </a:rPr>
              <a:t>CONTACTO</a:t>
            </a:r>
          </a:p>
        </p:txBody>
      </p:sp>
      <p:sp>
        <p:nvSpPr>
          <p:cNvPr name="TextBox 6" id="6"/>
          <p:cNvSpPr txBox="true"/>
          <p:nvPr/>
        </p:nvSpPr>
        <p:spPr>
          <a:xfrm rot="0">
            <a:off x="14125713" y="2411589"/>
            <a:ext cx="2538040" cy="178032"/>
          </a:xfrm>
          <a:prstGeom prst="rect">
            <a:avLst/>
          </a:prstGeom>
        </p:spPr>
        <p:txBody>
          <a:bodyPr anchor="t" rtlCol="false" tIns="0" lIns="0" bIns="0" rIns="0">
            <a:spAutoFit/>
          </a:bodyPr>
          <a:lstStyle/>
          <a:p>
            <a:pPr algn="r">
              <a:lnSpc>
                <a:spcPts val="1384"/>
              </a:lnSpc>
            </a:pPr>
            <a:r>
              <a:rPr lang="en-US" sz="1384">
                <a:solidFill>
                  <a:srgbClr val="000000"/>
                </a:solidFill>
                <a:latin typeface="Montserrat"/>
                <a:ea typeface="Montserrat"/>
                <a:cs typeface="Montserrat"/>
                <a:sym typeface="Montserrat"/>
              </a:rPr>
              <a:t>www.sitioincreible.com</a:t>
            </a:r>
          </a:p>
        </p:txBody>
      </p:sp>
      <p:sp>
        <p:nvSpPr>
          <p:cNvPr name="TextBox 7" id="7"/>
          <p:cNvSpPr txBox="true"/>
          <p:nvPr/>
        </p:nvSpPr>
        <p:spPr>
          <a:xfrm rot="0">
            <a:off x="14125713" y="2083317"/>
            <a:ext cx="2538040" cy="178032"/>
          </a:xfrm>
          <a:prstGeom prst="rect">
            <a:avLst/>
          </a:prstGeom>
        </p:spPr>
        <p:txBody>
          <a:bodyPr anchor="t" rtlCol="false" tIns="0" lIns="0" bIns="0" rIns="0">
            <a:spAutoFit/>
          </a:bodyPr>
          <a:lstStyle/>
          <a:p>
            <a:pPr algn="r">
              <a:lnSpc>
                <a:spcPts val="1384"/>
              </a:lnSpc>
            </a:pPr>
            <a:r>
              <a:rPr lang="en-US" sz="1384">
                <a:solidFill>
                  <a:srgbClr val="000000"/>
                </a:solidFill>
                <a:latin typeface="Montserrat"/>
                <a:ea typeface="Montserrat"/>
                <a:cs typeface="Montserrat"/>
                <a:sym typeface="Montserrat"/>
              </a:rPr>
              <a:t>(55) 1234-5678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DAHUp3dRpxk</dc:identifier>
  <dcterms:modified xsi:type="dcterms:W3CDTF">2011-08-01T06:04:30Z</dcterms:modified>
  <cp:revision>1</cp:revision>
  <dc:title>keynote-milestone1</dc:title>
</cp:coreProperties>
</file>